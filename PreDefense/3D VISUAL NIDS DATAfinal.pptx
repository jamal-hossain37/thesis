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93" r:id="rId5"/>
    <p:sldId id="295" r:id="rId6"/>
    <p:sldId id="296" r:id="rId7"/>
    <p:sldId id="258" r:id="rId8"/>
    <p:sldId id="261" r:id="rId9"/>
    <p:sldId id="262" r:id="rId10"/>
    <p:sldId id="264" r:id="rId11"/>
    <p:sldId id="298" r:id="rId12"/>
    <p:sldId id="266" r:id="rId13"/>
    <p:sldId id="294" r:id="rId14"/>
    <p:sldId id="268" r:id="rId15"/>
    <p:sldId id="270" r:id="rId16"/>
    <p:sldId id="271" r:id="rId17"/>
    <p:sldId id="272" r:id="rId18"/>
    <p:sldId id="273" r:id="rId19"/>
    <p:sldId id="275" r:id="rId20"/>
    <p:sldId id="291" r:id="rId21"/>
    <p:sldId id="277" r:id="rId22"/>
    <p:sldId id="279" r:id="rId23"/>
    <p:sldId id="282" r:id="rId24"/>
    <p:sldId id="284" r:id="rId25"/>
    <p:sldId id="297" r:id="rId26"/>
    <p:sldId id="285" r:id="rId27"/>
    <p:sldId id="286" r:id="rId28"/>
    <p:sldId id="288" r:id="rId29"/>
    <p:sldId id="29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al Hossain" userId="d162df7faccfff37" providerId="LiveId" clId="{409860FD-1A0B-4C38-B3AA-E13C798FAFFF}"/>
    <pc:docChg chg="undo custSel addSld delSld modSld">
      <pc:chgData name="Jamal Hossain" userId="d162df7faccfff37" providerId="LiveId" clId="{409860FD-1A0B-4C38-B3AA-E13C798FAFFF}" dt="2025-05-11T18:32:12.672" v="357" actId="20578"/>
      <pc:docMkLst>
        <pc:docMk/>
      </pc:docMkLst>
      <pc:sldChg chg="modTransition">
        <pc:chgData name="Jamal Hossain" userId="d162df7faccfff37" providerId="LiveId" clId="{409860FD-1A0B-4C38-B3AA-E13C798FAFFF}" dt="2025-05-10T03:42:19.314" v="323"/>
        <pc:sldMkLst>
          <pc:docMk/>
          <pc:sldMk cId="2020271774" sldId="256"/>
        </pc:sldMkLst>
      </pc:sldChg>
      <pc:sldChg chg="addSp delSp modSp mod modTransition">
        <pc:chgData name="Jamal Hossain" userId="d162df7faccfff37" providerId="LiveId" clId="{409860FD-1A0B-4C38-B3AA-E13C798FAFFF}" dt="2025-05-10T03:42:19.314" v="323"/>
        <pc:sldMkLst>
          <pc:docMk/>
          <pc:sldMk cId="422975946" sldId="257"/>
        </pc:sldMkLst>
        <pc:spChg chg="add mod">
          <ac:chgData name="Jamal Hossain" userId="d162df7faccfff37" providerId="LiveId" clId="{409860FD-1A0B-4C38-B3AA-E13C798FAFFF}" dt="2025-05-08T19:16:23.741" v="126" actId="14100"/>
          <ac:spMkLst>
            <pc:docMk/>
            <pc:sldMk cId="422975946" sldId="257"/>
            <ac:spMk id="3" creationId="{3BAEB90B-7AA8-4CD6-E991-DF7B78BEC822}"/>
          </ac:spMkLst>
        </pc:spChg>
        <pc:spChg chg="mod">
          <ac:chgData name="Jamal Hossain" userId="d162df7faccfff37" providerId="LiveId" clId="{409860FD-1A0B-4C38-B3AA-E13C798FAFFF}" dt="2025-05-09T04:31:35.254" v="167" actId="1076"/>
          <ac:spMkLst>
            <pc:docMk/>
            <pc:sldMk cId="422975946" sldId="257"/>
            <ac:spMk id="4" creationId="{BA7457FC-A46D-4652-A5CF-118296CB90A4}"/>
          </ac:spMkLst>
        </pc:spChg>
        <pc:spChg chg="mod">
          <ac:chgData name="Jamal Hossain" userId="d162df7faccfff37" providerId="LiveId" clId="{409860FD-1A0B-4C38-B3AA-E13C798FAFFF}" dt="2025-05-09T18:06:48.693" v="185" actId="1076"/>
          <ac:spMkLst>
            <pc:docMk/>
            <pc:sldMk cId="422975946" sldId="257"/>
            <ac:spMk id="6" creationId="{12960CBC-4208-035B-72E9-6EFCACA4B372}"/>
          </ac:spMkLst>
        </pc:spChg>
        <pc:spChg chg="mod">
          <ac:chgData name="Jamal Hossain" userId="d162df7faccfff37" providerId="LiveId" clId="{409860FD-1A0B-4C38-B3AA-E13C798FAFFF}" dt="2025-05-09T19:06:02.850" v="220" actId="1076"/>
          <ac:spMkLst>
            <pc:docMk/>
            <pc:sldMk cId="422975946" sldId="257"/>
            <ac:spMk id="7" creationId="{26F492A1-E704-369A-AAE5-2491B9935E72}"/>
          </ac:spMkLst>
        </pc:spChg>
        <pc:spChg chg="add mod">
          <ac:chgData name="Jamal Hossain" userId="d162df7faccfff37" providerId="LiveId" clId="{409860FD-1A0B-4C38-B3AA-E13C798FAFFF}" dt="2025-05-08T19:17:57.022" v="142" actId="404"/>
          <ac:spMkLst>
            <pc:docMk/>
            <pc:sldMk cId="422975946" sldId="257"/>
            <ac:spMk id="12" creationId="{A438865B-9A37-B61F-D19F-B5FD53DDBF8D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1537865756" sldId="258"/>
        </pc:sldMkLst>
        <pc:spChg chg="mod">
          <ac:chgData name="Jamal Hossain" userId="d162df7faccfff37" providerId="LiveId" clId="{409860FD-1A0B-4C38-B3AA-E13C798FAFFF}" dt="2025-05-08T19:02:58" v="25" actId="12788"/>
          <ac:spMkLst>
            <pc:docMk/>
            <pc:sldMk cId="1537865756" sldId="258"/>
            <ac:spMk id="2" creationId="{2A87097F-9D53-1504-F2F9-29411DBFFEED}"/>
          </ac:spMkLst>
        </pc:spChg>
        <pc:spChg chg="mod">
          <ac:chgData name="Jamal Hossain" userId="d162df7faccfff37" providerId="LiveId" clId="{409860FD-1A0B-4C38-B3AA-E13C798FAFFF}" dt="2025-05-08T19:12:07.477" v="96" actId="1037"/>
          <ac:spMkLst>
            <pc:docMk/>
            <pc:sldMk cId="1537865756" sldId="258"/>
            <ac:spMk id="3" creationId="{AC843E40-B3D8-198B-17B4-6DB7473C0A10}"/>
          </ac:spMkLst>
        </pc:spChg>
        <pc:spChg chg="mod">
          <ac:chgData name="Jamal Hossain" userId="d162df7faccfff37" providerId="LiveId" clId="{409860FD-1A0B-4C38-B3AA-E13C798FAFFF}" dt="2025-05-09T20:34:49.453" v="274" actId="1076"/>
          <ac:spMkLst>
            <pc:docMk/>
            <pc:sldMk cId="1537865756" sldId="258"/>
            <ac:spMk id="4" creationId="{66C3DE18-D08C-60CD-E523-3E7B57FDAADF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275937927" sldId="259"/>
        </pc:sldMkLst>
        <pc:spChg chg="mod">
          <ac:chgData name="Jamal Hossain" userId="d162df7faccfff37" providerId="LiveId" clId="{409860FD-1A0B-4C38-B3AA-E13C798FAFFF}" dt="2025-05-09T18:53:41.007" v="219" actId="20577"/>
          <ac:spMkLst>
            <pc:docMk/>
            <pc:sldMk cId="275937927" sldId="259"/>
            <ac:spMk id="4" creationId="{FD3668C9-31F6-005A-F62E-768F38CC2D3C}"/>
          </ac:spMkLst>
        </pc:spChg>
        <pc:spChg chg="mod">
          <ac:chgData name="Jamal Hossain" userId="d162df7faccfff37" providerId="LiveId" clId="{409860FD-1A0B-4C38-B3AA-E13C798FAFFF}" dt="2025-05-09T19:06:13.963" v="221" actId="1076"/>
          <ac:spMkLst>
            <pc:docMk/>
            <pc:sldMk cId="275937927" sldId="259"/>
            <ac:spMk id="12" creationId="{DEC373F8-A935-3808-4513-3C1D89E04A72}"/>
          </ac:spMkLst>
        </pc:spChg>
        <pc:picChg chg="mod">
          <ac:chgData name="Jamal Hossain" userId="d162df7faccfff37" providerId="LiveId" clId="{409860FD-1A0B-4C38-B3AA-E13C798FAFFF}" dt="2025-05-09T21:04:01.728" v="309" actId="14100"/>
          <ac:picMkLst>
            <pc:docMk/>
            <pc:sldMk cId="275937927" sldId="259"/>
            <ac:picMk id="15" creationId="{42DC5F1D-869E-927A-A48B-76BFEB71D7D4}"/>
          </ac:picMkLst>
        </pc:pic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538106898" sldId="261"/>
        </pc:sldMkLst>
        <pc:spChg chg="mod">
          <ac:chgData name="Jamal Hossain" userId="d162df7faccfff37" providerId="LiveId" clId="{409860FD-1A0B-4C38-B3AA-E13C798FAFFF}" dt="2025-05-08T19:03:18.929" v="31" actId="12788"/>
          <ac:spMkLst>
            <pc:docMk/>
            <pc:sldMk cId="538106898" sldId="261"/>
            <ac:spMk id="2" creationId="{79DD5F01-ABE7-CBE5-1043-B8D1607CA7D1}"/>
          </ac:spMkLst>
        </pc:spChg>
        <pc:spChg chg="mod">
          <ac:chgData name="Jamal Hossain" userId="d162df7faccfff37" providerId="LiveId" clId="{409860FD-1A0B-4C38-B3AA-E13C798FAFFF}" dt="2025-05-08T19:03:11.088" v="28" actId="12788"/>
          <ac:spMkLst>
            <pc:docMk/>
            <pc:sldMk cId="538106898" sldId="261"/>
            <ac:spMk id="4" creationId="{A15511A6-1B3F-78D2-D629-BE8330F9527A}"/>
          </ac:spMkLst>
        </pc:spChg>
        <pc:spChg chg="mod">
          <ac:chgData name="Jamal Hossain" userId="d162df7faccfff37" providerId="LiveId" clId="{409860FD-1A0B-4C38-B3AA-E13C798FAFFF}" dt="2025-05-09T20:34:39.951" v="273" actId="1076"/>
          <ac:spMkLst>
            <pc:docMk/>
            <pc:sldMk cId="538106898" sldId="261"/>
            <ac:spMk id="5" creationId="{E29FFC78-AEDD-026D-09B6-D22C5EC9D0DE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2826933890" sldId="262"/>
        </pc:sldMkLst>
        <pc:spChg chg="mod">
          <ac:chgData name="Jamal Hossain" userId="d162df7faccfff37" providerId="LiveId" clId="{409860FD-1A0B-4C38-B3AA-E13C798FAFFF}" dt="2025-05-08T20:03:50.058" v="162" actId="1076"/>
          <ac:spMkLst>
            <pc:docMk/>
            <pc:sldMk cId="2826933890" sldId="262"/>
            <ac:spMk id="2" creationId="{917DEED5-0166-8AE3-39AF-781B2A49C99E}"/>
          </ac:spMkLst>
        </pc:spChg>
        <pc:spChg chg="mod">
          <ac:chgData name="Jamal Hossain" userId="d162df7faccfff37" providerId="LiveId" clId="{409860FD-1A0B-4C38-B3AA-E13C798FAFFF}" dt="2025-05-08T20:04:04.827" v="164" actId="1076"/>
          <ac:spMkLst>
            <pc:docMk/>
            <pc:sldMk cId="2826933890" sldId="262"/>
            <ac:spMk id="3" creationId="{42015EA0-7FFD-7E10-952C-EF4D432F887D}"/>
          </ac:spMkLst>
        </pc:spChg>
        <pc:spChg chg="mod">
          <ac:chgData name="Jamal Hossain" userId="d162df7faccfff37" providerId="LiveId" clId="{409860FD-1A0B-4C38-B3AA-E13C798FAFFF}" dt="2025-05-08T20:04:12.956" v="165" actId="1076"/>
          <ac:spMkLst>
            <pc:docMk/>
            <pc:sldMk cId="2826933890" sldId="262"/>
            <ac:spMk id="5" creationId="{1D9D6446-214F-A8F2-9A28-066A5B5F7BEB}"/>
          </ac:spMkLst>
        </pc:spChg>
        <pc:spChg chg="mod">
          <ac:chgData name="Jamal Hossain" userId="d162df7faccfff37" providerId="LiveId" clId="{409860FD-1A0B-4C38-B3AA-E13C798FAFFF}" dt="2025-05-08T20:02:58.536" v="157" actId="1076"/>
          <ac:spMkLst>
            <pc:docMk/>
            <pc:sldMk cId="2826933890" sldId="262"/>
            <ac:spMk id="8" creationId="{FA63EC36-2C85-0D8D-2AF3-E2C70757026B}"/>
          </ac:spMkLst>
        </pc:spChg>
        <pc:spChg chg="mod">
          <ac:chgData name="Jamal Hossain" userId="d162df7faccfff37" providerId="LiveId" clId="{409860FD-1A0B-4C38-B3AA-E13C798FAFFF}" dt="2025-05-08T20:02:49.795" v="156" actId="1076"/>
          <ac:spMkLst>
            <pc:docMk/>
            <pc:sldMk cId="2826933890" sldId="262"/>
            <ac:spMk id="9" creationId="{472EC890-3D7E-17C4-C0E7-045B1BDB1F3E}"/>
          </ac:spMkLst>
        </pc:spChg>
        <pc:spChg chg="mod">
          <ac:chgData name="Jamal Hossain" userId="d162df7faccfff37" providerId="LiveId" clId="{409860FD-1A0B-4C38-B3AA-E13C798FAFFF}" dt="2025-05-08T20:02:45.071" v="155" actId="1076"/>
          <ac:spMkLst>
            <pc:docMk/>
            <pc:sldMk cId="2826933890" sldId="262"/>
            <ac:spMk id="10" creationId="{8662E1AE-DA1B-1618-8771-08C2698E98B9}"/>
          </ac:spMkLst>
        </pc:spChg>
        <pc:spChg chg="mod">
          <ac:chgData name="Jamal Hossain" userId="d162df7faccfff37" providerId="LiveId" clId="{409860FD-1A0B-4C38-B3AA-E13C798FAFFF}" dt="2025-05-09T20:34:30.622" v="272" actId="1076"/>
          <ac:spMkLst>
            <pc:docMk/>
            <pc:sldMk cId="2826933890" sldId="262"/>
            <ac:spMk id="12" creationId="{E6A4FEFC-2A68-6BA3-DE0C-AEE4054A4F95}"/>
          </ac:spMkLst>
        </pc:spChg>
        <pc:spChg chg="mod">
          <ac:chgData name="Jamal Hossain" userId="d162df7faccfff37" providerId="LiveId" clId="{409860FD-1A0B-4C38-B3AA-E13C798FAFFF}" dt="2025-05-09T20:34:24.754" v="271" actId="1076"/>
          <ac:spMkLst>
            <pc:docMk/>
            <pc:sldMk cId="2826933890" sldId="262"/>
            <ac:spMk id="13" creationId="{6C0B50CE-C407-9E94-D724-6B0950A9AB4B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2909812598" sldId="264"/>
        </pc:sldMkLst>
        <pc:spChg chg="mod">
          <ac:chgData name="Jamal Hossain" userId="d162df7faccfff37" providerId="LiveId" clId="{409860FD-1A0B-4C38-B3AA-E13C798FAFFF}" dt="2025-05-09T20:34:12.018" v="269" actId="1076"/>
          <ac:spMkLst>
            <pc:docMk/>
            <pc:sldMk cId="2909812598" sldId="264"/>
            <ac:spMk id="18" creationId="{D2CBE6AF-86C7-2F70-22AD-5D20A7F26F59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3627087209" sldId="266"/>
        </pc:sldMkLst>
        <pc:spChg chg="mod">
          <ac:chgData name="Jamal Hossain" userId="d162df7faccfff37" providerId="LiveId" clId="{409860FD-1A0B-4C38-B3AA-E13C798FAFFF}" dt="2025-05-08T19:05:03.939" v="46" actId="12788"/>
          <ac:spMkLst>
            <pc:docMk/>
            <pc:sldMk cId="3627087209" sldId="266"/>
            <ac:spMk id="12" creationId="{FBBE0290-4045-C387-73FA-6A005FBDFC25}"/>
          </ac:spMkLst>
        </pc:spChg>
        <pc:spChg chg="mod">
          <ac:chgData name="Jamal Hossain" userId="d162df7faccfff37" providerId="LiveId" clId="{409860FD-1A0B-4C38-B3AA-E13C798FAFFF}" dt="2025-05-08T19:04:50.104" v="42" actId="1076"/>
          <ac:spMkLst>
            <pc:docMk/>
            <pc:sldMk cId="3627087209" sldId="266"/>
            <ac:spMk id="15" creationId="{C4F29D41-E9EE-D961-C9F1-5968C3927939}"/>
          </ac:spMkLst>
        </pc:spChg>
        <pc:spChg chg="mod">
          <ac:chgData name="Jamal Hossain" userId="d162df7faccfff37" providerId="LiveId" clId="{409860FD-1A0B-4C38-B3AA-E13C798FAFFF}" dt="2025-05-08T19:04:54.294" v="43" actId="1076"/>
          <ac:spMkLst>
            <pc:docMk/>
            <pc:sldMk cId="3627087209" sldId="266"/>
            <ac:spMk id="16" creationId="{986D38F3-6FBA-D61F-D374-11EB34030E44}"/>
          </ac:spMkLst>
        </pc:spChg>
        <pc:spChg chg="mod">
          <ac:chgData name="Jamal Hossain" userId="d162df7faccfff37" providerId="LiveId" clId="{409860FD-1A0B-4C38-B3AA-E13C798FAFFF}" dt="2025-05-09T20:35:20.110" v="277" actId="1076"/>
          <ac:spMkLst>
            <pc:docMk/>
            <pc:sldMk cId="3627087209" sldId="266"/>
            <ac:spMk id="18" creationId="{DFBC0452-FB02-D89D-75D2-7A3F30DD2947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3464977923" sldId="268"/>
        </pc:sldMkLst>
        <pc:spChg chg="mod">
          <ac:chgData name="Jamal Hossain" userId="d162df7faccfff37" providerId="LiveId" clId="{409860FD-1A0B-4C38-B3AA-E13C798FAFFF}" dt="2025-05-09T20:35:37.842" v="279" actId="1076"/>
          <ac:spMkLst>
            <pc:docMk/>
            <pc:sldMk cId="3464977923" sldId="268"/>
            <ac:spMk id="17" creationId="{0648BA4F-F1D9-0A69-ABA4-46B981A98E44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4087514729" sldId="270"/>
        </pc:sldMkLst>
        <pc:spChg chg="mod">
          <ac:chgData name="Jamal Hossain" userId="d162df7faccfff37" providerId="LiveId" clId="{409860FD-1A0B-4C38-B3AA-E13C798FAFFF}" dt="2025-05-09T20:35:46.307" v="280" actId="1076"/>
          <ac:spMkLst>
            <pc:docMk/>
            <pc:sldMk cId="4087514729" sldId="270"/>
            <ac:spMk id="9" creationId="{2F4B3C34-9A03-4CE0-567B-AECE8A96102D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4080141055" sldId="271"/>
        </pc:sldMkLst>
        <pc:spChg chg="mod">
          <ac:chgData name="Jamal Hossain" userId="d162df7faccfff37" providerId="LiveId" clId="{409860FD-1A0B-4C38-B3AA-E13C798FAFFF}" dt="2025-05-09T20:35:53.304" v="281" actId="1076"/>
          <ac:spMkLst>
            <pc:docMk/>
            <pc:sldMk cId="4080141055" sldId="271"/>
            <ac:spMk id="18" creationId="{8F77A446-5991-A63F-9841-B0E35160267E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3610805873" sldId="272"/>
        </pc:sldMkLst>
        <pc:spChg chg="mod">
          <ac:chgData name="Jamal Hossain" userId="d162df7faccfff37" providerId="LiveId" clId="{409860FD-1A0B-4C38-B3AA-E13C798FAFFF}" dt="2025-05-09T20:36:01.763" v="282" actId="1076"/>
          <ac:spMkLst>
            <pc:docMk/>
            <pc:sldMk cId="3610805873" sldId="272"/>
            <ac:spMk id="8" creationId="{25A05C02-E231-64F9-CA31-04E0A284E2F8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1335845450" sldId="273"/>
        </pc:sldMkLst>
        <pc:spChg chg="mod">
          <ac:chgData name="Jamal Hossain" userId="d162df7faccfff37" providerId="LiveId" clId="{409860FD-1A0B-4C38-B3AA-E13C798FAFFF}" dt="2025-05-09T20:36:09.513" v="283" actId="1076"/>
          <ac:spMkLst>
            <pc:docMk/>
            <pc:sldMk cId="1335845450" sldId="273"/>
            <ac:spMk id="8" creationId="{87B3DDC4-5CB3-F811-1D80-73ABD5FF7298}"/>
          </ac:spMkLst>
        </pc:spChg>
      </pc:sldChg>
      <pc:sldChg chg="modSp mod modTransition">
        <pc:chgData name="Jamal Hossain" userId="d162df7faccfff37" providerId="LiveId" clId="{409860FD-1A0B-4C38-B3AA-E13C798FAFFF}" dt="2025-05-11T18:32:12.672" v="357" actId="20578"/>
        <pc:sldMkLst>
          <pc:docMk/>
          <pc:sldMk cId="724308917" sldId="275"/>
        </pc:sldMkLst>
        <pc:spChg chg="mod">
          <ac:chgData name="Jamal Hossain" userId="d162df7faccfff37" providerId="LiveId" clId="{409860FD-1A0B-4C38-B3AA-E13C798FAFFF}" dt="2025-05-09T21:32:32.882" v="315" actId="1076"/>
          <ac:spMkLst>
            <pc:docMk/>
            <pc:sldMk cId="724308917" sldId="275"/>
            <ac:spMk id="2" creationId="{D907126B-CF61-C892-E5D5-FCA10FAADD13}"/>
          </ac:spMkLst>
        </pc:spChg>
        <pc:spChg chg="mod">
          <ac:chgData name="Jamal Hossain" userId="d162df7faccfff37" providerId="LiveId" clId="{409860FD-1A0B-4C38-B3AA-E13C798FAFFF}" dt="2025-05-09T21:32:46.463" v="318" actId="1076"/>
          <ac:spMkLst>
            <pc:docMk/>
            <pc:sldMk cId="724308917" sldId="275"/>
            <ac:spMk id="3" creationId="{393753C2-DAF9-2388-D943-A80DB9C5C631}"/>
          </ac:spMkLst>
        </pc:spChg>
        <pc:spChg chg="mod">
          <ac:chgData name="Jamal Hossain" userId="d162df7faccfff37" providerId="LiveId" clId="{409860FD-1A0B-4C38-B3AA-E13C798FAFFF}" dt="2025-05-09T21:32:50.881" v="319" actId="1076"/>
          <ac:spMkLst>
            <pc:docMk/>
            <pc:sldMk cId="724308917" sldId="275"/>
            <ac:spMk id="7" creationId="{316C9A3B-4E13-BF79-C830-9B44F2A502C7}"/>
          </ac:spMkLst>
        </pc:spChg>
        <pc:spChg chg="mod">
          <ac:chgData name="Jamal Hossain" userId="d162df7faccfff37" providerId="LiveId" clId="{409860FD-1A0B-4C38-B3AA-E13C798FAFFF}" dt="2025-05-09T21:32:55.305" v="320" actId="1076"/>
          <ac:spMkLst>
            <pc:docMk/>
            <pc:sldMk cId="724308917" sldId="275"/>
            <ac:spMk id="11" creationId="{CC8E6AE8-75CD-01E7-2A6B-441D1BE9580B}"/>
          </ac:spMkLst>
        </pc:spChg>
        <pc:spChg chg="mod">
          <ac:chgData name="Jamal Hossain" userId="d162df7faccfff37" providerId="LiveId" clId="{409860FD-1A0B-4C38-B3AA-E13C798FAFFF}" dt="2025-05-09T21:32:42.840" v="317" actId="1076"/>
          <ac:spMkLst>
            <pc:docMk/>
            <pc:sldMk cId="724308917" sldId="275"/>
            <ac:spMk id="13" creationId="{C181B0D5-76E5-4E0B-F317-7A3AFC572FAB}"/>
          </ac:spMkLst>
        </pc:spChg>
        <pc:spChg chg="mod">
          <ac:chgData name="Jamal Hossain" userId="d162df7faccfff37" providerId="LiveId" clId="{409860FD-1A0B-4C38-B3AA-E13C798FAFFF}" dt="2025-05-11T18:32:12.672" v="357" actId="20578"/>
          <ac:spMkLst>
            <pc:docMk/>
            <pc:sldMk cId="724308917" sldId="275"/>
            <ac:spMk id="15" creationId="{8F55A41E-9F56-016C-B9CA-68D947F2B43A}"/>
          </ac:spMkLst>
        </pc:spChg>
        <pc:spChg chg="mod">
          <ac:chgData name="Jamal Hossain" userId="d162df7faccfff37" providerId="LiveId" clId="{409860FD-1A0B-4C38-B3AA-E13C798FAFFF}" dt="2025-05-09T20:36:22.355" v="284" actId="1076"/>
          <ac:spMkLst>
            <pc:docMk/>
            <pc:sldMk cId="724308917" sldId="275"/>
            <ac:spMk id="17" creationId="{90F35177-EB6E-1585-6135-0298A9B58D6B}"/>
          </ac:spMkLst>
        </pc:spChg>
      </pc:sldChg>
      <pc:sldChg chg="modSp mod modTransition">
        <pc:chgData name="Jamal Hossain" userId="d162df7faccfff37" providerId="LiveId" clId="{409860FD-1A0B-4C38-B3AA-E13C798FAFFF}" dt="2025-05-09T20:53:04.706" v="307"/>
        <pc:sldMkLst>
          <pc:docMk/>
          <pc:sldMk cId="671039980" sldId="277"/>
        </pc:sldMkLst>
        <pc:spChg chg="mod">
          <ac:chgData name="Jamal Hossain" userId="d162df7faccfff37" providerId="LiveId" clId="{409860FD-1A0B-4C38-B3AA-E13C798FAFFF}" dt="2025-05-08T20:01:56.438" v="148" actId="20577"/>
          <ac:spMkLst>
            <pc:docMk/>
            <pc:sldMk cId="671039980" sldId="277"/>
            <ac:spMk id="7" creationId="{2528B14D-007E-D6BF-B100-2A7127E7A4A3}"/>
          </ac:spMkLst>
        </pc:spChg>
        <pc:spChg chg="mod">
          <ac:chgData name="Jamal Hossain" userId="d162df7faccfff37" providerId="LiveId" clId="{409860FD-1A0B-4C38-B3AA-E13C798FAFFF}" dt="2025-05-09T20:36:58.986" v="290" actId="1076"/>
          <ac:spMkLst>
            <pc:docMk/>
            <pc:sldMk cId="671039980" sldId="277"/>
            <ac:spMk id="8" creationId="{7B3ECE0A-D9C4-9A44-EAA3-84DA77ABCDEB}"/>
          </ac:spMkLst>
        </pc:spChg>
        <pc:spChg chg="mod">
          <ac:chgData name="Jamal Hossain" userId="d162df7faccfff37" providerId="LiveId" clId="{409860FD-1A0B-4C38-B3AA-E13C798FAFFF}" dt="2025-05-09T20:36:51.033" v="289" actId="1076"/>
          <ac:spMkLst>
            <pc:docMk/>
            <pc:sldMk cId="671039980" sldId="277"/>
            <ac:spMk id="10" creationId="{8BC22E6D-35D5-A3C8-D50D-8F6775FBBCE1}"/>
          </ac:spMkLst>
        </pc:spChg>
      </pc:sldChg>
      <pc:sldChg chg="modSp mod modTransition">
        <pc:chgData name="Jamal Hossain" userId="d162df7faccfff37" providerId="LiveId" clId="{409860FD-1A0B-4C38-B3AA-E13C798FAFFF}" dt="2025-05-09T20:53:04.706" v="307"/>
        <pc:sldMkLst>
          <pc:docMk/>
          <pc:sldMk cId="3314698324" sldId="279"/>
        </pc:sldMkLst>
        <pc:spChg chg="mod">
          <ac:chgData name="Jamal Hossain" userId="d162df7faccfff37" providerId="LiveId" clId="{409860FD-1A0B-4C38-B3AA-E13C798FAFFF}" dt="2025-05-08T20:02:01.533" v="150" actId="20577"/>
          <ac:spMkLst>
            <pc:docMk/>
            <pc:sldMk cId="3314698324" sldId="279"/>
            <ac:spMk id="12" creationId="{D06A3825-5BA7-2DC9-7CC6-46CACBF76EEC}"/>
          </ac:spMkLst>
        </pc:spChg>
        <pc:spChg chg="mod">
          <ac:chgData name="Jamal Hossain" userId="d162df7faccfff37" providerId="LiveId" clId="{409860FD-1A0B-4C38-B3AA-E13C798FAFFF}" dt="2025-05-09T20:37:10.920" v="292" actId="1076"/>
          <ac:spMkLst>
            <pc:docMk/>
            <pc:sldMk cId="3314698324" sldId="279"/>
            <ac:spMk id="17" creationId="{4C7E1C93-0726-949B-E574-7A8154BF738B}"/>
          </ac:spMkLst>
        </pc:spChg>
        <pc:spChg chg="mod">
          <ac:chgData name="Jamal Hossain" userId="d162df7faccfff37" providerId="LiveId" clId="{409860FD-1A0B-4C38-B3AA-E13C798FAFFF}" dt="2025-05-09T20:37:04.765" v="291" actId="1076"/>
          <ac:spMkLst>
            <pc:docMk/>
            <pc:sldMk cId="3314698324" sldId="279"/>
            <ac:spMk id="18" creationId="{BE718D24-93A2-3CE8-F1E8-7BC30876DA79}"/>
          </ac:spMkLst>
        </pc:spChg>
      </pc:sldChg>
      <pc:sldChg chg="modSp mod modTransition">
        <pc:chgData name="Jamal Hossain" userId="d162df7faccfff37" providerId="LiveId" clId="{409860FD-1A0B-4C38-B3AA-E13C798FAFFF}" dt="2025-05-09T20:53:04.706" v="307"/>
        <pc:sldMkLst>
          <pc:docMk/>
          <pc:sldMk cId="2703953117" sldId="282"/>
        </pc:sldMkLst>
        <pc:spChg chg="mod">
          <ac:chgData name="Jamal Hossain" userId="d162df7faccfff37" providerId="LiveId" clId="{409860FD-1A0B-4C38-B3AA-E13C798FAFFF}" dt="2025-05-08T20:02:06.967" v="152" actId="20577"/>
          <ac:spMkLst>
            <pc:docMk/>
            <pc:sldMk cId="2703953117" sldId="282"/>
            <ac:spMk id="10" creationId="{61A12065-EAB5-3E79-87F0-428323CB4933}"/>
          </ac:spMkLst>
        </pc:spChg>
        <pc:spChg chg="mod">
          <ac:chgData name="Jamal Hossain" userId="d162df7faccfff37" providerId="LiveId" clId="{409860FD-1A0B-4C38-B3AA-E13C798FAFFF}" dt="2025-05-09T20:37:33.133" v="296" actId="1076"/>
          <ac:spMkLst>
            <pc:docMk/>
            <pc:sldMk cId="2703953117" sldId="282"/>
            <ac:spMk id="11" creationId="{A45B4A8A-CD4D-0530-5939-C348297F7928}"/>
          </ac:spMkLst>
        </pc:spChg>
        <pc:spChg chg="mod">
          <ac:chgData name="Jamal Hossain" userId="d162df7faccfff37" providerId="LiveId" clId="{409860FD-1A0B-4C38-B3AA-E13C798FAFFF}" dt="2025-05-09T20:37:22.298" v="294" actId="1076"/>
          <ac:spMkLst>
            <pc:docMk/>
            <pc:sldMk cId="2703953117" sldId="282"/>
            <ac:spMk id="12" creationId="{F396CFDE-7163-5DBE-2B23-7B62B959C229}"/>
          </ac:spMkLst>
        </pc:spChg>
      </pc:sldChg>
      <pc:sldChg chg="modSp mod modTransition">
        <pc:chgData name="Jamal Hossain" userId="d162df7faccfff37" providerId="LiveId" clId="{409860FD-1A0B-4C38-B3AA-E13C798FAFFF}" dt="2025-05-11T18:07:59.267" v="338" actId="1076"/>
        <pc:sldMkLst>
          <pc:docMk/>
          <pc:sldMk cId="2675151280" sldId="284"/>
        </pc:sldMkLst>
        <pc:spChg chg="mod">
          <ac:chgData name="Jamal Hossain" userId="d162df7faccfff37" providerId="LiveId" clId="{409860FD-1A0B-4C38-B3AA-E13C798FAFFF}" dt="2025-05-08T20:02:17.737" v="154" actId="20577"/>
          <ac:spMkLst>
            <pc:docMk/>
            <pc:sldMk cId="2675151280" sldId="284"/>
            <ac:spMk id="7" creationId="{A36BFF65-2643-B3F3-3637-52D2E3409531}"/>
          </ac:spMkLst>
        </pc:spChg>
        <pc:spChg chg="mod">
          <ac:chgData name="Jamal Hossain" userId="d162df7faccfff37" providerId="LiveId" clId="{409860FD-1A0B-4C38-B3AA-E13C798FAFFF}" dt="2025-05-09T20:37:44.189" v="297" actId="1076"/>
          <ac:spMkLst>
            <pc:docMk/>
            <pc:sldMk cId="2675151280" sldId="284"/>
            <ac:spMk id="8" creationId="{5C9056E8-063E-A1E0-26C3-4DE03E50137A}"/>
          </ac:spMkLst>
        </pc:spChg>
        <pc:picChg chg="mod">
          <ac:chgData name="Jamal Hossain" userId="d162df7faccfff37" providerId="LiveId" clId="{409860FD-1A0B-4C38-B3AA-E13C798FAFFF}" dt="2025-05-11T18:07:59.267" v="338" actId="1076"/>
          <ac:picMkLst>
            <pc:docMk/>
            <pc:sldMk cId="2675151280" sldId="284"/>
            <ac:picMk id="22" creationId="{B3AB1D89-F201-E721-BB56-D89B6E4C866D}"/>
          </ac:picMkLst>
        </pc:picChg>
      </pc:sldChg>
      <pc:sldChg chg="modSp mod modTransition">
        <pc:chgData name="Jamal Hossain" userId="d162df7faccfff37" providerId="LiveId" clId="{409860FD-1A0B-4C38-B3AA-E13C798FAFFF}" dt="2025-05-10T02:53:11.850" v="322" actId="1076"/>
        <pc:sldMkLst>
          <pc:docMk/>
          <pc:sldMk cId="146005057" sldId="285"/>
        </pc:sldMkLst>
        <pc:spChg chg="mod">
          <ac:chgData name="Jamal Hossain" userId="d162df7faccfff37" providerId="LiveId" clId="{409860FD-1A0B-4C38-B3AA-E13C798FAFFF}" dt="2025-05-10T02:53:11.850" v="322" actId="1076"/>
          <ac:spMkLst>
            <pc:docMk/>
            <pc:sldMk cId="146005057" sldId="285"/>
            <ac:spMk id="8" creationId="{C5C7B77B-B58C-D7DA-2EA2-C58E20F8C673}"/>
          </ac:spMkLst>
        </pc:spChg>
        <pc:spChg chg="mod">
          <ac:chgData name="Jamal Hossain" userId="d162df7faccfff37" providerId="LiveId" clId="{409860FD-1A0B-4C38-B3AA-E13C798FAFFF}" dt="2025-05-09T20:37:58.909" v="299" actId="1076"/>
          <ac:spMkLst>
            <pc:docMk/>
            <pc:sldMk cId="146005057" sldId="285"/>
            <ac:spMk id="9" creationId="{069C1D00-C673-AEAA-6F67-3739BF468C2A}"/>
          </ac:spMkLst>
        </pc:spChg>
      </pc:sldChg>
      <pc:sldChg chg="modSp mod modTransition">
        <pc:chgData name="Jamal Hossain" userId="d162df7faccfff37" providerId="LiveId" clId="{409860FD-1A0B-4C38-B3AA-E13C798FAFFF}" dt="2025-05-09T20:53:04.706" v="307"/>
        <pc:sldMkLst>
          <pc:docMk/>
          <pc:sldMk cId="41626805" sldId="286"/>
        </pc:sldMkLst>
        <pc:spChg chg="mod">
          <ac:chgData name="Jamal Hossain" userId="d162df7faccfff37" providerId="LiveId" clId="{409860FD-1A0B-4C38-B3AA-E13C798FAFFF}" dt="2025-05-09T20:38:38.712" v="302" actId="20577"/>
          <ac:spMkLst>
            <pc:docMk/>
            <pc:sldMk cId="41626805" sldId="286"/>
            <ac:spMk id="4" creationId="{11D8C4F9-342F-1BE5-40B6-B8A909BFC322}"/>
          </ac:spMkLst>
        </pc:spChg>
        <pc:spChg chg="mod">
          <ac:chgData name="Jamal Hossain" userId="d162df7faccfff37" providerId="LiveId" clId="{409860FD-1A0B-4C38-B3AA-E13C798FAFFF}" dt="2025-05-09T20:38:22.430" v="300" actId="1076"/>
          <ac:spMkLst>
            <pc:docMk/>
            <pc:sldMk cId="41626805" sldId="286"/>
            <ac:spMk id="6" creationId="{3CB0AA49-4C0D-DA1C-8B6F-5D0910FB585A}"/>
          </ac:spMkLst>
        </pc:spChg>
      </pc:sldChg>
      <pc:sldChg chg="modSp mod modTransition">
        <pc:chgData name="Jamal Hossain" userId="d162df7faccfff37" providerId="LiveId" clId="{409860FD-1A0B-4C38-B3AA-E13C798FAFFF}" dt="2025-05-09T20:53:04.706" v="307"/>
        <pc:sldMkLst>
          <pc:docMk/>
          <pc:sldMk cId="2431969984" sldId="288"/>
        </pc:sldMkLst>
        <pc:spChg chg="mod">
          <ac:chgData name="Jamal Hossain" userId="d162df7faccfff37" providerId="LiveId" clId="{409860FD-1A0B-4C38-B3AA-E13C798FAFFF}" dt="2025-05-08T19:07:56.723" v="86" actId="20577"/>
          <ac:spMkLst>
            <pc:docMk/>
            <pc:sldMk cId="2431969984" sldId="288"/>
            <ac:spMk id="4" creationId="{5F40481B-B477-1ABC-9FCC-8CF10E95FCE3}"/>
          </ac:spMkLst>
        </pc:spChg>
        <pc:spChg chg="mod">
          <ac:chgData name="Jamal Hossain" userId="d162df7faccfff37" providerId="LiveId" clId="{409860FD-1A0B-4C38-B3AA-E13C798FAFFF}" dt="2025-05-09T20:38:53.241" v="303" actId="1076"/>
          <ac:spMkLst>
            <pc:docMk/>
            <pc:sldMk cId="2431969984" sldId="288"/>
            <ac:spMk id="6" creationId="{14683669-2678-5DAF-F01A-7BCEA53A3D55}"/>
          </ac:spMkLst>
        </pc:spChg>
      </pc:sldChg>
      <pc:sldChg chg="modSp mod modTransition">
        <pc:chgData name="Jamal Hossain" userId="d162df7faccfff37" providerId="LiveId" clId="{409860FD-1A0B-4C38-B3AA-E13C798FAFFF}" dt="2025-05-11T18:16:30.645" v="350" actId="14100"/>
        <pc:sldMkLst>
          <pc:docMk/>
          <pc:sldMk cId="4029947982" sldId="291"/>
        </pc:sldMkLst>
        <pc:spChg chg="mod">
          <ac:chgData name="Jamal Hossain" userId="d162df7faccfff37" providerId="LiveId" clId="{409860FD-1A0B-4C38-B3AA-E13C798FAFFF}" dt="2025-05-08T20:01:51.452" v="146" actId="20577"/>
          <ac:spMkLst>
            <pc:docMk/>
            <pc:sldMk cId="4029947982" sldId="291"/>
            <ac:spMk id="11" creationId="{F5249A70-31E3-8BC2-4FC7-E4809B2D9575}"/>
          </ac:spMkLst>
        </pc:spChg>
        <pc:spChg chg="mod">
          <ac:chgData name="Jamal Hossain" userId="d162df7faccfff37" providerId="LiveId" clId="{409860FD-1A0B-4C38-B3AA-E13C798FAFFF}" dt="2025-05-09T20:36:41.630" v="287" actId="1076"/>
          <ac:spMkLst>
            <pc:docMk/>
            <pc:sldMk cId="4029947982" sldId="291"/>
            <ac:spMk id="12" creationId="{54CCAE26-B6DC-ACEE-2268-E62AC0D5DB53}"/>
          </ac:spMkLst>
        </pc:spChg>
        <pc:spChg chg="mod">
          <ac:chgData name="Jamal Hossain" userId="d162df7faccfff37" providerId="LiveId" clId="{409860FD-1A0B-4C38-B3AA-E13C798FAFFF}" dt="2025-05-09T20:36:32.570" v="286" actId="1076"/>
          <ac:spMkLst>
            <pc:docMk/>
            <pc:sldMk cId="4029947982" sldId="291"/>
            <ac:spMk id="13" creationId="{2BBEEABF-ECA6-20DE-80BD-2E6D334D0BA1}"/>
          </ac:spMkLst>
        </pc:spChg>
        <pc:picChg chg="mod">
          <ac:chgData name="Jamal Hossain" userId="d162df7faccfff37" providerId="LiveId" clId="{409860FD-1A0B-4C38-B3AA-E13C798FAFFF}" dt="2025-05-11T18:16:30.645" v="350" actId="14100"/>
          <ac:picMkLst>
            <pc:docMk/>
            <pc:sldMk cId="4029947982" sldId="291"/>
            <ac:picMk id="5" creationId="{5D8E5322-0AB8-D43F-19FD-4B4FA357FE17}"/>
          </ac:picMkLst>
        </pc:picChg>
      </pc:sldChg>
      <pc:sldChg chg="modSp mod modTransition">
        <pc:chgData name="Jamal Hossain" userId="d162df7faccfff37" providerId="LiveId" clId="{409860FD-1A0B-4C38-B3AA-E13C798FAFFF}" dt="2025-05-11T18:14:21.039" v="344" actId="1076"/>
        <pc:sldMkLst>
          <pc:docMk/>
          <pc:sldMk cId="1240158183" sldId="293"/>
        </pc:sldMkLst>
        <pc:spChg chg="mod">
          <ac:chgData name="Jamal Hossain" userId="d162df7faccfff37" providerId="LiveId" clId="{409860FD-1A0B-4C38-B3AA-E13C798FAFFF}" dt="2025-05-09T19:06:25.303" v="223" actId="1076"/>
          <ac:spMkLst>
            <pc:docMk/>
            <pc:sldMk cId="1240158183" sldId="293"/>
            <ac:spMk id="9" creationId="{AC472A98-6C98-2241-5BFC-BFA989FDEB14}"/>
          </ac:spMkLst>
        </pc:spChg>
        <pc:graphicFrameChg chg="mod modGraphic">
          <ac:chgData name="Jamal Hossain" userId="d162df7faccfff37" providerId="LiveId" clId="{409860FD-1A0B-4C38-B3AA-E13C798FAFFF}" dt="2025-05-11T18:14:21.039" v="344" actId="1076"/>
          <ac:graphicFrameMkLst>
            <pc:docMk/>
            <pc:sldMk cId="1240158183" sldId="293"/>
            <ac:graphicFrameMk id="2" creationId="{EE6D66AD-9707-8152-C4F9-AA3A4BEC0737}"/>
          </ac:graphicFrameMkLst>
        </pc:graphicFrameChg>
      </pc:sldChg>
      <pc:sldChg chg="modSp mod modTransition">
        <pc:chgData name="Jamal Hossain" userId="d162df7faccfff37" providerId="LiveId" clId="{409860FD-1A0B-4C38-B3AA-E13C798FAFFF}" dt="2025-05-11T18:26:59.717" v="355" actId="14100"/>
        <pc:sldMkLst>
          <pc:docMk/>
          <pc:sldMk cId="141176399" sldId="294"/>
        </pc:sldMkLst>
        <pc:spChg chg="mod">
          <ac:chgData name="Jamal Hossain" userId="d162df7faccfff37" providerId="LiveId" clId="{409860FD-1A0B-4C38-B3AA-E13C798FAFFF}" dt="2025-05-09T20:35:28.993" v="278" actId="1076"/>
          <ac:spMkLst>
            <pc:docMk/>
            <pc:sldMk cId="141176399" sldId="294"/>
            <ac:spMk id="4" creationId="{07F14BC6-C3B9-1CB6-27E6-EFAC61E1BF28}"/>
          </ac:spMkLst>
        </pc:spChg>
        <pc:spChg chg="mod">
          <ac:chgData name="Jamal Hossain" userId="d162df7faccfff37" providerId="LiveId" clId="{409860FD-1A0B-4C38-B3AA-E13C798FAFFF}" dt="2025-05-11T18:25:42.383" v="354" actId="14100"/>
          <ac:spMkLst>
            <pc:docMk/>
            <pc:sldMk cId="141176399" sldId="294"/>
            <ac:spMk id="18" creationId="{583142DC-B1A2-D69F-8699-E649337D4235}"/>
          </ac:spMkLst>
        </pc:spChg>
        <pc:spChg chg="mod">
          <ac:chgData name="Jamal Hossain" userId="d162df7faccfff37" providerId="LiveId" clId="{409860FD-1A0B-4C38-B3AA-E13C798FAFFF}" dt="2025-05-11T18:24:41.464" v="352" actId="1076"/>
          <ac:spMkLst>
            <pc:docMk/>
            <pc:sldMk cId="141176399" sldId="294"/>
            <ac:spMk id="21" creationId="{66051390-EB33-DF01-56CA-FB5509BB2F85}"/>
          </ac:spMkLst>
        </pc:spChg>
        <pc:spChg chg="mod">
          <ac:chgData name="Jamal Hossain" userId="d162df7faccfff37" providerId="LiveId" clId="{409860FD-1A0B-4C38-B3AA-E13C798FAFFF}" dt="2025-05-08T19:05:53.502" v="47" actId="14100"/>
          <ac:spMkLst>
            <pc:docMk/>
            <pc:sldMk cId="141176399" sldId="294"/>
            <ac:spMk id="30" creationId="{89BB8A47-44D0-A929-4B80-88DA4AEFAD27}"/>
          </ac:spMkLst>
        </pc:spChg>
        <pc:spChg chg="mod">
          <ac:chgData name="Jamal Hossain" userId="d162df7faccfff37" providerId="LiveId" clId="{409860FD-1A0B-4C38-B3AA-E13C798FAFFF}" dt="2025-05-08T20:01:37.326" v="144" actId="20577"/>
          <ac:spMkLst>
            <pc:docMk/>
            <pc:sldMk cId="141176399" sldId="294"/>
            <ac:spMk id="65" creationId="{1D9EE50A-1A8A-BA02-BD77-3AB101F669BB}"/>
          </ac:spMkLst>
        </pc:spChg>
        <pc:cxnChg chg="mod">
          <ac:chgData name="Jamal Hossain" userId="d162df7faccfff37" providerId="LiveId" clId="{409860FD-1A0B-4C38-B3AA-E13C798FAFFF}" dt="2025-05-11T18:26:59.717" v="355" actId="14100"/>
          <ac:cxnSpMkLst>
            <pc:docMk/>
            <pc:sldMk cId="141176399" sldId="294"/>
            <ac:cxnSpMk id="56" creationId="{8CF7482C-57CC-DF6A-3A7B-5030E2B334D9}"/>
          </ac:cxnSpMkLst>
        </pc:cxn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1746947295" sldId="295"/>
        </pc:sldMkLst>
        <pc:spChg chg="mod">
          <ac:chgData name="Jamal Hossain" userId="d162df7faccfff37" providerId="LiveId" clId="{409860FD-1A0B-4C38-B3AA-E13C798FAFFF}" dt="2025-05-08T19:01:25.664" v="8" actId="1076"/>
          <ac:spMkLst>
            <pc:docMk/>
            <pc:sldMk cId="1746947295" sldId="295"/>
            <ac:spMk id="3" creationId="{CCB04912-0B75-8F32-285B-6E8DD6C61F92}"/>
          </ac:spMkLst>
        </pc:spChg>
        <pc:spChg chg="mod">
          <ac:chgData name="Jamal Hossain" userId="d162df7faccfff37" providerId="LiveId" clId="{409860FD-1A0B-4C38-B3AA-E13C798FAFFF}" dt="2025-05-08T19:01:20.542" v="7" actId="12788"/>
          <ac:spMkLst>
            <pc:docMk/>
            <pc:sldMk cId="1746947295" sldId="295"/>
            <ac:spMk id="4" creationId="{5FB75231-4CBA-DC38-2631-6AFB9C6F7C07}"/>
          </ac:spMkLst>
        </pc:spChg>
        <pc:spChg chg="mod">
          <ac:chgData name="Jamal Hossain" userId="d162df7faccfff37" providerId="LiveId" clId="{409860FD-1A0B-4C38-B3AA-E13C798FAFFF}" dt="2025-05-09T20:34:58.537" v="275" actId="1076"/>
          <ac:spMkLst>
            <pc:docMk/>
            <pc:sldMk cId="1746947295" sldId="295"/>
            <ac:spMk id="5" creationId="{8C67E12B-C529-436C-47C3-A2BCC3F3CAB2}"/>
          </ac:spMkLst>
        </pc:spChg>
        <pc:spChg chg="mod">
          <ac:chgData name="Jamal Hossain" userId="d162df7faccfff37" providerId="LiveId" clId="{409860FD-1A0B-4C38-B3AA-E13C798FAFFF}" dt="2025-05-09T19:06:36.579" v="224" actId="1076"/>
          <ac:spMkLst>
            <pc:docMk/>
            <pc:sldMk cId="1746947295" sldId="295"/>
            <ac:spMk id="9" creationId="{9F8F9CD8-229E-71C1-74B6-C5D727B6910C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3779818546" sldId="296"/>
        </pc:sldMkLst>
        <pc:spChg chg="mod">
          <ac:chgData name="Jamal Hossain" userId="d162df7faccfff37" providerId="LiveId" clId="{409860FD-1A0B-4C38-B3AA-E13C798FAFFF}" dt="2025-05-08T19:02:26.992" v="18" actId="1076"/>
          <ac:spMkLst>
            <pc:docMk/>
            <pc:sldMk cId="3779818546" sldId="296"/>
            <ac:spMk id="2" creationId="{734647DB-D43A-2700-3BF8-888411345D8E}"/>
          </ac:spMkLst>
        </pc:spChg>
        <pc:spChg chg="mod">
          <ac:chgData name="Jamal Hossain" userId="d162df7faccfff37" providerId="LiveId" clId="{409860FD-1A0B-4C38-B3AA-E13C798FAFFF}" dt="2025-05-09T20:22:20.611" v="268" actId="20577"/>
          <ac:spMkLst>
            <pc:docMk/>
            <pc:sldMk cId="3779818546" sldId="296"/>
            <ac:spMk id="3" creationId="{7CFF029E-BB7E-5375-5609-705AAD71BEB0}"/>
          </ac:spMkLst>
        </pc:spChg>
        <pc:spChg chg="mod">
          <ac:chgData name="Jamal Hossain" userId="d162df7faccfff37" providerId="LiveId" clId="{409860FD-1A0B-4C38-B3AA-E13C798FAFFF}" dt="2025-05-09T19:06:57.426" v="227" actId="1076"/>
          <ac:spMkLst>
            <pc:docMk/>
            <pc:sldMk cId="3779818546" sldId="296"/>
            <ac:spMk id="4" creationId="{CC8AD676-1A23-0369-E093-AC8612609C09}"/>
          </ac:spMkLst>
        </pc:spChg>
      </pc:sldChg>
      <pc:sldChg chg="modSp mod modTransition">
        <pc:chgData name="Jamal Hossain" userId="d162df7faccfff37" providerId="LiveId" clId="{409860FD-1A0B-4C38-B3AA-E13C798FAFFF}" dt="2025-05-11T18:06:33.303" v="336" actId="20577"/>
        <pc:sldMkLst>
          <pc:docMk/>
          <pc:sldMk cId="853564342" sldId="297"/>
        </pc:sldMkLst>
        <pc:spChg chg="mod">
          <ac:chgData name="Jamal Hossain" userId="d162df7faccfff37" providerId="LiveId" clId="{409860FD-1A0B-4C38-B3AA-E13C798FAFFF}" dt="2025-05-09T20:37:50.927" v="298" actId="1076"/>
          <ac:spMkLst>
            <pc:docMk/>
            <pc:sldMk cId="853564342" sldId="297"/>
            <ac:spMk id="6" creationId="{535C7BA6-A39A-0D06-AEF8-01CA7D9E21F9}"/>
          </ac:spMkLst>
        </pc:spChg>
        <pc:spChg chg="mod">
          <ac:chgData name="Jamal Hossain" userId="d162df7faccfff37" providerId="LiveId" clId="{409860FD-1A0B-4C38-B3AA-E13C798FAFFF}" dt="2025-05-11T18:06:33.303" v="336" actId="20577"/>
          <ac:spMkLst>
            <pc:docMk/>
            <pc:sldMk cId="853564342" sldId="297"/>
            <ac:spMk id="8" creationId="{FD0198A6-0C94-EEE6-B62D-789902FC8532}"/>
          </ac:spMkLst>
        </pc:spChg>
      </pc:sldChg>
      <pc:sldChg chg="modSp mod modTransition">
        <pc:chgData name="Jamal Hossain" userId="d162df7faccfff37" providerId="LiveId" clId="{409860FD-1A0B-4C38-B3AA-E13C798FAFFF}" dt="2025-05-10T03:42:19.314" v="323"/>
        <pc:sldMkLst>
          <pc:docMk/>
          <pc:sldMk cId="3732497506" sldId="298"/>
        </pc:sldMkLst>
        <pc:spChg chg="mod">
          <ac:chgData name="Jamal Hossain" userId="d162df7faccfff37" providerId="LiveId" clId="{409860FD-1A0B-4C38-B3AA-E13C798FAFFF}" dt="2025-05-09T20:35:12.122" v="276" actId="1076"/>
          <ac:spMkLst>
            <pc:docMk/>
            <pc:sldMk cId="3732497506" sldId="298"/>
            <ac:spMk id="4" creationId="{442C03E9-5203-471C-E243-38021780C64C}"/>
          </ac:spMkLst>
        </pc:spChg>
        <pc:spChg chg="mod">
          <ac:chgData name="Jamal Hossain" userId="d162df7faccfff37" providerId="LiveId" clId="{409860FD-1A0B-4C38-B3AA-E13C798FAFFF}" dt="2025-05-08T19:04:26.153" v="36" actId="12788"/>
          <ac:spMkLst>
            <pc:docMk/>
            <pc:sldMk cId="3732497506" sldId="298"/>
            <ac:spMk id="6" creationId="{551D05F2-EB0A-361C-0E8C-8E780FD337D6}"/>
          </ac:spMkLst>
        </pc:spChg>
      </pc:sldChg>
      <pc:sldChg chg="modSp add mod modTransition">
        <pc:chgData name="Jamal Hossain" userId="d162df7faccfff37" providerId="LiveId" clId="{409860FD-1A0B-4C38-B3AA-E13C798FAFFF}" dt="2025-05-09T20:53:04.706" v="307"/>
        <pc:sldMkLst>
          <pc:docMk/>
          <pc:sldMk cId="147526837" sldId="299"/>
        </pc:sldMkLst>
        <pc:spChg chg="mod">
          <ac:chgData name="Jamal Hossain" userId="d162df7faccfff37" providerId="LiveId" clId="{409860FD-1A0B-4C38-B3AA-E13C798FAFFF}" dt="2025-05-09T20:39:01.182" v="304" actId="1076"/>
          <ac:spMkLst>
            <pc:docMk/>
            <pc:sldMk cId="147526837" sldId="299"/>
            <ac:spMk id="6" creationId="{A54120F3-FF84-0663-6325-4017A2BB283F}"/>
          </ac:spMkLst>
        </pc:spChg>
      </pc:sldChg>
      <pc:sldChg chg="new del">
        <pc:chgData name="Jamal Hossain" userId="d162df7faccfff37" providerId="LiveId" clId="{409860FD-1A0B-4C38-B3AA-E13C798FAFFF}" dt="2025-05-08T19:07:29.565" v="53" actId="680"/>
        <pc:sldMkLst>
          <pc:docMk/>
          <pc:sldMk cId="3242282354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668DD-7F58-4925-9457-663813BC22CE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D8A78-8321-4CE7-AE67-83E5BB8D5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7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4D0C8-22FB-4165-8160-5ADF5946C9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71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552977" TargetMode="External"/><Relationship Id="rId7" Type="http://schemas.openxmlformats.org/officeDocument/2006/relationships/hyperlink" Target="https://www.sciencedirect.com/science/article/pii/S2468502X17300086" TargetMode="External"/><Relationship Id="rId2" Type="http://schemas.openxmlformats.org/officeDocument/2006/relationships/hyperlink" Target="https://www.sciencedirect.com/science/article/abs/pii/S0167739X1833109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14036641100209X" TargetMode="External"/><Relationship Id="rId5" Type="http://schemas.openxmlformats.org/officeDocument/2006/relationships/hyperlink" Target="https://www.sciencedirect.com/science/article/pii/S2352864817300810" TargetMode="External"/><Relationship Id="rId4" Type="http://schemas.openxmlformats.org/officeDocument/2006/relationships/hyperlink" Target="https://ieeexplore.ieee.org/document/9679415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2DC5-20F6-FFA1-83F2-BC9FF80FE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712" y="1255855"/>
            <a:ext cx="10162573" cy="1353197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 Visualization Framework for Machine Learning-Based Network Intrusion Detection Systems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AD8C764-0BAF-B7A7-CB2E-AEB2C592A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3959" y="2257060"/>
            <a:ext cx="8924081" cy="334508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Subrata Pramanik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RU</a:t>
            </a:r>
          </a:p>
          <a:p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E6B1A-9D7C-87A9-1961-67B61855F3F1}"/>
              </a:ext>
            </a:extLst>
          </p:cNvPr>
          <p:cNvSpPr txBox="1"/>
          <p:nvPr/>
        </p:nvSpPr>
        <p:spPr>
          <a:xfrm>
            <a:off x="5166442" y="3075057"/>
            <a:ext cx="2434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Jamal Hossain</a:t>
            </a:r>
            <a:endParaRPr lang="en-US" sz="2000" dirty="0"/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: 2038520137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2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28"/>
    </mc:Choice>
    <mc:Fallback xmlns="">
      <p:transition spd="slow" advTm="105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7457FC-A46D-4652-A5CF-118296CB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611" y="401045"/>
            <a:ext cx="9601200" cy="1002416"/>
          </a:xfrm>
        </p:spPr>
        <p:txBody>
          <a:bodyPr>
            <a:normAutofit/>
          </a:bodyPr>
          <a:lstStyle/>
          <a:p>
            <a:pPr algn="ctr"/>
            <a:r>
              <a:rPr lang="en-US" sz="40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SG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960CBC-4208-035B-72E9-6EFCACA4B372}"/>
              </a:ext>
            </a:extLst>
          </p:cNvPr>
          <p:cNvSpPr txBox="1">
            <a:spLocks/>
          </p:cNvSpPr>
          <p:nvPr/>
        </p:nvSpPr>
        <p:spPr>
          <a:xfrm>
            <a:off x="1737890" y="5655530"/>
            <a:ext cx="10636624" cy="797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paper: Zong et al. “</a:t>
            </a:r>
            <a:r>
              <a:rPr lang="en-US" sz="1800" dirty="0"/>
              <a:t>Interactive three-dimensional visualization of network intrusion detection data for machine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FGCS, 2020, 102, 292-306 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6F492A1-E704-369A-AAE5-2491B993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7070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437BC208-61C2-7A8C-980C-C0E3D484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C14A1798-B586-47DD-8B95-FB72B2093A2A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EB90B-7AA8-4CD6-E991-DF7B78BEC822}"/>
              </a:ext>
            </a:extLst>
          </p:cNvPr>
          <p:cNvSpPr txBox="1"/>
          <p:nvPr/>
        </p:nvSpPr>
        <p:spPr>
          <a:xfrm>
            <a:off x="5751654" y="1634493"/>
            <a:ext cx="69628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Tools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Methodology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and Discussion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8865B-9A37-B61F-D19F-B5FD53DDBF8D}"/>
              </a:ext>
            </a:extLst>
          </p:cNvPr>
          <p:cNvSpPr txBox="1"/>
          <p:nvPr/>
        </p:nvSpPr>
        <p:spPr>
          <a:xfrm>
            <a:off x="1390650" y="1592134"/>
            <a:ext cx="63572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2297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"/>
    </mc:Choice>
    <mc:Fallback xmlns="">
      <p:transition spd="slow" advTm="4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E5D8-8D6C-834D-D3BE-706A2550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316" y="247650"/>
            <a:ext cx="3489767" cy="93296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668C9-31F6-005A-F62E-768F38CC2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045" y="1125376"/>
            <a:ext cx="7998106" cy="487852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 Detection System (NIDS)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Monitors network traffic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on cyberattacks, helps swift response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Detects complex attack patterns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 Interprets and analyzes decision boundaries and misclassifications in intrusion data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EC373F8-A935-3808-4513-3C1D89E0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4655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Date Placeholder 9">
            <a:extLst>
              <a:ext uri="{FF2B5EF4-FFF2-40B4-BE49-F238E27FC236}">
                <a16:creationId xmlns:a16="http://schemas.microsoft.com/office/drawing/2014/main" id="{BAC91B38-3A10-7139-0911-D0C9F0E1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DC5F1D-869E-927A-A48B-76BFEB71D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082" y="1180618"/>
            <a:ext cx="4953965" cy="46985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6FC9-A135-AC63-24D2-4E61B9C19E39}"/>
              </a:ext>
            </a:extLst>
          </p:cNvPr>
          <p:cNvSpPr txBox="1">
            <a:spLocks/>
          </p:cNvSpPr>
          <p:nvPr/>
        </p:nvSpPr>
        <p:spPr>
          <a:xfrm>
            <a:off x="9479545" y="5869674"/>
            <a:ext cx="2592850" cy="469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NIDS</a:t>
            </a:r>
          </a:p>
          <a:p>
            <a:pPr marL="0" indent="0">
              <a:buFont typeface="Franklin Gothic Book" panose="020B05030201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3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"/>
    </mc:Choice>
    <mc:Fallback xmlns="">
      <p:transition spd="slow" advTm="3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2D5CEB-DEE2-09E5-48FF-CAB2D52D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701" y="121563"/>
            <a:ext cx="5891514" cy="748979"/>
          </a:xfrm>
        </p:spPr>
        <p:txBody>
          <a:bodyPr>
            <a:normAutofit/>
          </a:bodyPr>
          <a:lstStyle/>
          <a:p>
            <a:pPr algn="ctr"/>
            <a:r>
              <a:rPr lang="en-US" sz="40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SG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E6D66AD-9707-8152-C4F9-AA3A4BEC07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2472467"/>
              </p:ext>
            </p:extLst>
          </p:nvPr>
        </p:nvGraphicFramePr>
        <p:xfrm>
          <a:off x="1091878" y="1311270"/>
          <a:ext cx="10660285" cy="51390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32954">
                  <a:extLst>
                    <a:ext uri="{9D8B030D-6E8A-4147-A177-3AD203B41FA5}">
                      <a16:colId xmlns:a16="http://schemas.microsoft.com/office/drawing/2014/main" val="2179149536"/>
                    </a:ext>
                  </a:extLst>
                </a:gridCol>
                <a:gridCol w="1969264">
                  <a:extLst>
                    <a:ext uri="{9D8B030D-6E8A-4147-A177-3AD203B41FA5}">
                      <a16:colId xmlns:a16="http://schemas.microsoft.com/office/drawing/2014/main" val="4191320135"/>
                    </a:ext>
                  </a:extLst>
                </a:gridCol>
                <a:gridCol w="2565670">
                  <a:extLst>
                    <a:ext uri="{9D8B030D-6E8A-4147-A177-3AD203B41FA5}">
                      <a16:colId xmlns:a16="http://schemas.microsoft.com/office/drawing/2014/main" val="4098647910"/>
                    </a:ext>
                  </a:extLst>
                </a:gridCol>
                <a:gridCol w="2156813">
                  <a:extLst>
                    <a:ext uri="{9D8B030D-6E8A-4147-A177-3AD203B41FA5}">
                      <a16:colId xmlns:a16="http://schemas.microsoft.com/office/drawing/2014/main" val="2434349256"/>
                    </a:ext>
                  </a:extLst>
                </a:gridCol>
                <a:gridCol w="2235584">
                  <a:extLst>
                    <a:ext uri="{9D8B030D-6E8A-4147-A177-3AD203B41FA5}">
                      <a16:colId xmlns:a16="http://schemas.microsoft.com/office/drawing/2014/main" val="2056079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Reduction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 Technique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58509"/>
                  </a:ext>
                </a:extLst>
              </a:tr>
              <a:tr h="8548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NSL-KDD,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UNSW-NB15</a:t>
                      </a:r>
                    </a:p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097529"/>
                  </a:ext>
                </a:extLst>
              </a:tr>
              <a:tr h="4919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283579"/>
                  </a:ext>
                </a:extLst>
              </a:tr>
              <a:tr h="4919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DT,RF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51538"/>
                  </a:ext>
                </a:extLst>
              </a:tr>
              <a:tr h="4919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KDD99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PCA,MDS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718951"/>
                  </a:ext>
                </a:extLst>
              </a:tr>
              <a:tr h="4919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RLD09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DT,NBNN,NB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71814"/>
                  </a:ext>
                </a:extLst>
              </a:tr>
              <a:tr h="4919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KDD99,MNIST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t-SNE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893568"/>
                  </a:ext>
                </a:extLst>
              </a:tr>
              <a:tr h="11249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NSL-KDD,</a:t>
                      </a:r>
                    </a:p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UNSW-NB15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SVM,RF, Gradient boosting ,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764637"/>
                  </a:ext>
                </a:extLst>
              </a:tr>
            </a:tbl>
          </a:graphicData>
        </a:graphic>
      </p:graphicFrame>
      <p:sp>
        <p:nvSpPr>
          <p:cNvPr id="8" name="Date Placeholder 9">
            <a:extLst>
              <a:ext uri="{FF2B5EF4-FFF2-40B4-BE49-F238E27FC236}">
                <a16:creationId xmlns:a16="http://schemas.microsoft.com/office/drawing/2014/main" id="{261E2567-E5D8-A4B1-5F77-2BFF3D90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72A98-6C98-2241-5BFC-BFA989FD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6125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D301C19-6024-5119-12F0-C85C0DE2888E}"/>
              </a:ext>
            </a:extLst>
          </p:cNvPr>
          <p:cNvSpPr txBox="1">
            <a:spLocks/>
          </p:cNvSpPr>
          <p:nvPr/>
        </p:nvSpPr>
        <p:spPr>
          <a:xfrm>
            <a:off x="784852" y="719858"/>
            <a:ext cx="10315270" cy="6113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SG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</a:t>
            </a:r>
            <a:r>
              <a:rPr lang="en-SG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Comparison between the related works and the proposed scheme</a:t>
            </a:r>
            <a:endParaRPr lang="en-SG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15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"/>
    </mc:Choice>
    <mc:Fallback xmlns="">
      <p:transition spd="slow" advTm="2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7E84-978D-1232-C6F4-A1E0612F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04912-0B75-8F32-285B-6E8DD6C61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48967"/>
            <a:ext cx="9601200" cy="25221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NIDS lack interpretability and fail to explain misclassifications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use static 2D visualizations, limited insight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interactive 3D framework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B75231-4CBA-DC38-2631-6AFB9C6F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051" y="522536"/>
            <a:ext cx="3811899" cy="75067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endParaRPr lang="en-S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7E12B-C529-436C-47C3-A2BCC3F3C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4884" y="6187271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F9CD8-229E-71C1-74B6-C5D727B6910C}"/>
              </a:ext>
            </a:extLst>
          </p:cNvPr>
          <p:cNvSpPr txBox="1"/>
          <p:nvPr/>
        </p:nvSpPr>
        <p:spPr>
          <a:xfrm>
            <a:off x="1295400" y="6453386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AB551B0B-09D4-47A6-9E6B-2A42F90DD1F9}" type="datetime1">
              <a:rPr lang="en-US" sz="1200" smtClean="0"/>
              <a:pPr/>
              <a:t>1/11/2026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694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"/>
    </mc:Choice>
    <mc:Fallback xmlns="">
      <p:transition spd="slow" advTm="38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7D9E8-88D0-D68A-489B-5CBA3C21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47DB-D43A-2700-3BF8-88841134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489" y="616351"/>
            <a:ext cx="2993022" cy="7147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F029E-BB7E-5375-5609-705AAD71B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1527" y="2540395"/>
            <a:ext cx="7692863" cy="21473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 problem and Metric Limitation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 Framework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Behavior Insight  and Improved Reliability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C8AD676-1A23-0369-E093-AC861260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6459" y="6048772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3C535414-76D6-D9C4-0C33-E237C443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1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"/>
    </mc:Choice>
    <mc:Fallback xmlns="">
      <p:transition spd="slow" advTm="10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097F-9D53-1504-F2F9-29411DBF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957" y="421270"/>
            <a:ext cx="4624086" cy="73619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43E40-B3D8-198B-17B4-6DB7473C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826" y="2493147"/>
            <a:ext cx="6306514" cy="24075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in ML-based NIDS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Insight in Existing Approaches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Interpretability</a:t>
            </a:r>
            <a:endParaRPr lang="en-US" sz="2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6C3DE18-D08C-60CD-E523-3E7B57FD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3950" y="6155338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/>
              <a:t>7</a:t>
            </a:fld>
            <a:endParaRPr lang="en-US" sz="2800" b="1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C0D629D-3A8B-A153-B73C-5CAC4A4A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89227FBB-25E7-4C7E-8513-268B51BC1F29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86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"/>
    </mc:Choice>
    <mc:Fallback xmlns="">
      <p:transition spd="slow" advTm="3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5F01-ABE7-CBE5-1043-B8D1607C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973" y="247650"/>
            <a:ext cx="2992055" cy="828796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5511A6-1B3F-78D2-D629-BE8330F95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004590"/>
            <a:ext cx="9601200" cy="22392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3D visualization framework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the interpretability of ML-based NIDS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system’s effectiveness using real-world datasets like NSL-KDD and UNSW-NB15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FFC78-AEDD-026D-09B6-D22C5EC9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6459" y="6048772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BE524E-9CC6-D7A6-8175-AD59F331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0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3"/>
    </mc:Choice>
    <mc:Fallback xmlns="">
      <p:transition spd="slow" advTm="5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2AA92A9-6EE3-614F-98BC-AF6B515FE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9161" y="232847"/>
            <a:ext cx="9601200" cy="9378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Tools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9D6446-214F-A8F2-9A28-066A5B5F7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9396" y="2336845"/>
            <a:ext cx="4948179" cy="63877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Tools: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63EC36-2C85-0D8D-2AF3-E2C70757026B}"/>
              </a:ext>
            </a:extLst>
          </p:cNvPr>
          <p:cNvSpPr txBox="1">
            <a:spLocks/>
          </p:cNvSpPr>
          <p:nvPr/>
        </p:nvSpPr>
        <p:spPr>
          <a:xfrm>
            <a:off x="1480052" y="2975624"/>
            <a:ext cx="9375497" cy="1659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: Python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: NumPy , Pandas , Scikit-learn , OpenCV ,Matplotlib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S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2EC890-3D7E-17C4-C0E7-045B1BDB1F3E}"/>
              </a:ext>
            </a:extLst>
          </p:cNvPr>
          <p:cNvSpPr txBox="1">
            <a:spLocks/>
          </p:cNvSpPr>
          <p:nvPr/>
        </p:nvSpPr>
        <p:spPr>
          <a:xfrm>
            <a:off x="942935" y="4114456"/>
            <a:ext cx="9662933" cy="638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Machine Learning and Dimensionality Reduction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S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662E1AE-DA1B-1618-8771-08C2698E98B9}"/>
              </a:ext>
            </a:extLst>
          </p:cNvPr>
          <p:cNvSpPr txBox="1">
            <a:spLocks/>
          </p:cNvSpPr>
          <p:nvPr/>
        </p:nvSpPr>
        <p:spPr>
          <a:xfrm>
            <a:off x="1424195" y="4860464"/>
            <a:ext cx="10494381" cy="1659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 Techniques : PCA , t-SNE, MDS, UMAP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Classifier : SVM, RF , Gradient Boosting , Hybrid</a:t>
            </a:r>
            <a:endParaRPr lang="en-S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322817FD-DECD-7534-DF59-4956B4F667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6A4FEFC-2A68-6BA3-DE0C-AEE4054A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2284" y="6168162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B50CE-C407-9E94-D724-6B0950A9AB4B}"/>
              </a:ext>
            </a:extLst>
          </p:cNvPr>
          <p:cNvSpPr txBox="1"/>
          <p:nvPr/>
        </p:nvSpPr>
        <p:spPr>
          <a:xfrm>
            <a:off x="8498541" y="6001430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Tools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DEED5-0166-8AE3-39AF-781B2A49C99E}"/>
              </a:ext>
            </a:extLst>
          </p:cNvPr>
          <p:cNvSpPr txBox="1">
            <a:spLocks/>
          </p:cNvSpPr>
          <p:nvPr/>
        </p:nvSpPr>
        <p:spPr>
          <a:xfrm>
            <a:off x="999396" y="695711"/>
            <a:ext cx="2772137" cy="804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Datasets: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15EA0-7FFD-7E10-952C-EF4D432F887D}"/>
              </a:ext>
            </a:extLst>
          </p:cNvPr>
          <p:cNvSpPr txBox="1">
            <a:spLocks/>
          </p:cNvSpPr>
          <p:nvPr/>
        </p:nvSpPr>
        <p:spPr>
          <a:xfrm>
            <a:off x="1424195" y="1410074"/>
            <a:ext cx="3780782" cy="15655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NSL-KDD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UNSW-NB15</a:t>
            </a:r>
          </a:p>
          <a:p>
            <a:pPr marL="0" indent="0" algn="just">
              <a:buFont typeface="Franklin Gothic Book" panose="020B0503020102020204" pitchFamily="34" charset="0"/>
              <a:buNone/>
            </a:pPr>
            <a:br>
              <a:rPr lang="en-US" dirty="0"/>
            </a:b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93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"/>
    </mc:Choice>
    <mc:Fallback xmlns="">
      <p:transition spd="slow" advTm="7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FDF1-7BEB-0C99-5972-EAD65933D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399" y="1344811"/>
            <a:ext cx="5230003" cy="10969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Tools: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256741-EA52-27A6-D01B-9F7F6BF6B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165100"/>
            <a:ext cx="9601200" cy="1096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Tools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0F7EED-EAB9-EA7E-CD5C-F2FF5596187F}"/>
              </a:ext>
            </a:extLst>
          </p:cNvPr>
          <p:cNvSpPr txBox="1">
            <a:spLocks/>
          </p:cNvSpPr>
          <p:nvPr/>
        </p:nvSpPr>
        <p:spPr>
          <a:xfrm>
            <a:off x="1295399" y="3750763"/>
            <a:ext cx="6552235" cy="945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 Tools: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965DB7-1234-F549-2DE5-84BFD4E20210}"/>
              </a:ext>
            </a:extLst>
          </p:cNvPr>
          <p:cNvSpPr txBox="1">
            <a:spLocks/>
          </p:cNvSpPr>
          <p:nvPr/>
        </p:nvSpPr>
        <p:spPr>
          <a:xfrm>
            <a:off x="1837654" y="2091243"/>
            <a:ext cx="10494381" cy="1659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3D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AC1D729-D168-1F13-F25B-D16744580B14}"/>
              </a:ext>
            </a:extLst>
          </p:cNvPr>
          <p:cNvSpPr txBox="1">
            <a:spLocks/>
          </p:cNvSpPr>
          <p:nvPr/>
        </p:nvSpPr>
        <p:spPr>
          <a:xfrm>
            <a:off x="1837654" y="4348987"/>
            <a:ext cx="9375497" cy="179680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0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10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sz="10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0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10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or </a:t>
            </a:r>
            <a:r>
              <a:rPr lang="en-US" sz="10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10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S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C562C4-A6C0-7AF9-CE45-E2B7238839FA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Tools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2CBE6AF-86C7-2F70-22AD-5D20A7F2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5005" y="6097284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91AAA23F-927C-19EE-691A-AAB5FD1C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81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44"/>
    </mc:Choice>
    <mc:Fallback xmlns="">
      <p:transition spd="slow" advTm="5614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24AE-FD2B-E418-71A8-DFCAC07C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42C03E9-5203-471C-E243-38021780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02435" y="6145795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96DB6CA8-0270-777F-7E8A-E432450A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1D05F2-EB0A-361C-0E8C-8E780FD3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713" y="225787"/>
            <a:ext cx="5110574" cy="76933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Methodology</a:t>
            </a:r>
            <a:endParaRPr lang="en-S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EF7812-6E19-82C8-776D-26E81EA3F21A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BD80E1-770F-1EDB-914A-BE9DA0E7D75E}"/>
              </a:ext>
            </a:extLst>
          </p:cNvPr>
          <p:cNvSpPr/>
          <p:nvPr/>
        </p:nvSpPr>
        <p:spPr>
          <a:xfrm>
            <a:off x="1860301" y="1435575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A5B510-E1A1-4124-53F3-87AA570E02C3}"/>
              </a:ext>
            </a:extLst>
          </p:cNvPr>
          <p:cNvSpPr/>
          <p:nvPr/>
        </p:nvSpPr>
        <p:spPr>
          <a:xfrm>
            <a:off x="5682366" y="2881913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590453-4C6D-65CF-BDFC-02F221F9057F}"/>
              </a:ext>
            </a:extLst>
          </p:cNvPr>
          <p:cNvSpPr/>
          <p:nvPr/>
        </p:nvSpPr>
        <p:spPr>
          <a:xfrm>
            <a:off x="1835300" y="2845556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CC4C46-20F3-1F4C-484E-F7642BE15065}"/>
              </a:ext>
            </a:extLst>
          </p:cNvPr>
          <p:cNvSpPr/>
          <p:nvPr/>
        </p:nvSpPr>
        <p:spPr>
          <a:xfrm>
            <a:off x="9262760" y="1493375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5531AA-1A68-8FC9-1063-F8DA1C311D67}"/>
              </a:ext>
            </a:extLst>
          </p:cNvPr>
          <p:cNvSpPr/>
          <p:nvPr/>
        </p:nvSpPr>
        <p:spPr>
          <a:xfrm>
            <a:off x="5637652" y="1472977"/>
            <a:ext cx="2255500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BD4234-6485-2E78-AEA5-A96B2F8CD307}"/>
              </a:ext>
            </a:extLst>
          </p:cNvPr>
          <p:cNvSpPr/>
          <p:nvPr/>
        </p:nvSpPr>
        <p:spPr>
          <a:xfrm>
            <a:off x="9266309" y="2891672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3CEFD6-35E4-1DE0-9702-F650E7ECFC22}"/>
              </a:ext>
            </a:extLst>
          </p:cNvPr>
          <p:cNvSpPr txBox="1"/>
          <p:nvPr/>
        </p:nvSpPr>
        <p:spPr>
          <a:xfrm>
            <a:off x="2005712" y="1710392"/>
            <a:ext cx="194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92474F-3735-DD83-673A-0A3055EB824E}"/>
              </a:ext>
            </a:extLst>
          </p:cNvPr>
          <p:cNvSpPr txBox="1"/>
          <p:nvPr/>
        </p:nvSpPr>
        <p:spPr>
          <a:xfrm>
            <a:off x="5553768" y="1748754"/>
            <a:ext cx="2352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Hot Transform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50DA20-4B27-A771-90A3-D31D606D9001}"/>
              </a:ext>
            </a:extLst>
          </p:cNvPr>
          <p:cNvSpPr txBox="1"/>
          <p:nvPr/>
        </p:nvSpPr>
        <p:spPr>
          <a:xfrm>
            <a:off x="9436957" y="1788671"/>
            <a:ext cx="1763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292E41-60DE-464B-1825-690E31D041EE}"/>
              </a:ext>
            </a:extLst>
          </p:cNvPr>
          <p:cNvSpPr txBox="1"/>
          <p:nvPr/>
        </p:nvSpPr>
        <p:spPr>
          <a:xfrm>
            <a:off x="9603490" y="3003254"/>
            <a:ext cx="211201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Dimension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E03895F-45BE-B109-0D87-57570B04D62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906080" y="1948809"/>
            <a:ext cx="1356680" cy="65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8817747-2A02-E77C-FD13-59077D4ADA2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972320" y="1920641"/>
            <a:ext cx="166533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7F3139-E9A8-DEE6-E786-65DD8152032B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>
            <a:off x="10318770" y="2463507"/>
            <a:ext cx="3549" cy="42816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DD1D5E3-9DC8-C34E-A321-D2F29923AED8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7771675" y="3337890"/>
            <a:ext cx="1494634" cy="3884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AF8DE65-99B2-7FC8-AB7B-F966EE0430EC}"/>
              </a:ext>
            </a:extLst>
          </p:cNvPr>
          <p:cNvCxnSpPr>
            <a:cxnSpLocks/>
          </p:cNvCxnSpPr>
          <p:nvPr/>
        </p:nvCxnSpPr>
        <p:spPr>
          <a:xfrm flipH="1" flipV="1">
            <a:off x="3933767" y="3364297"/>
            <a:ext cx="1748599" cy="253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70D5A15-FADD-551B-34C0-519B0F787C45}"/>
              </a:ext>
            </a:extLst>
          </p:cNvPr>
          <p:cNvSpPr txBox="1"/>
          <p:nvPr/>
        </p:nvSpPr>
        <p:spPr>
          <a:xfrm>
            <a:off x="3933767" y="4615440"/>
            <a:ext cx="58584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Studied Methodology flowchart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C0DEA-FC73-32AE-1012-ED5E90A1F8D9}"/>
              </a:ext>
            </a:extLst>
          </p:cNvPr>
          <p:cNvSpPr txBox="1"/>
          <p:nvPr/>
        </p:nvSpPr>
        <p:spPr>
          <a:xfrm>
            <a:off x="5732074" y="3179631"/>
            <a:ext cx="1935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Transform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4A175-DE4B-5A8B-4B9D-E245ACB93F24}"/>
              </a:ext>
            </a:extLst>
          </p:cNvPr>
          <p:cNvSpPr txBox="1"/>
          <p:nvPr/>
        </p:nvSpPr>
        <p:spPr>
          <a:xfrm>
            <a:off x="1883732" y="3126364"/>
            <a:ext cx="1985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49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"/>
    </mc:Choice>
    <mc:Fallback xmlns="">
      <p:transition spd="slow" advTm="1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BBE0290-4045-C387-73FA-6A005FBD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766" y="431800"/>
            <a:ext cx="5348468" cy="80444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S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4F29D41-E9EE-D961-C9F1-5968C3927939}"/>
              </a:ext>
            </a:extLst>
          </p:cNvPr>
          <p:cNvSpPr txBox="1">
            <a:spLocks/>
          </p:cNvSpPr>
          <p:nvPr/>
        </p:nvSpPr>
        <p:spPr>
          <a:xfrm>
            <a:off x="1992936" y="3219499"/>
            <a:ext cx="4650932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SG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86D38F3-6FBA-D61F-D374-11EB34030E44}"/>
              </a:ext>
            </a:extLst>
          </p:cNvPr>
          <p:cNvSpPr txBox="1">
            <a:spLocks/>
          </p:cNvSpPr>
          <p:nvPr/>
        </p:nvSpPr>
        <p:spPr>
          <a:xfrm>
            <a:off x="1390650" y="2389473"/>
            <a:ext cx="4393557" cy="804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utilization: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C1A54D-3D0D-3511-1774-F3F62BE6A303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DFBC0452-FB02-D89D-75D2-7A3F30DD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5448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B4B89EB6-D7A5-E172-5305-66D8F855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"/>
    </mc:Choice>
    <mc:Fallback xmlns="">
      <p:transition spd="slow" advTm="1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7F14BC6-C3B9-1CB6-27E6-EFAC61E1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0942" y="6299303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FC105DC0-F804-5DEE-9986-315D4403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C549B1-6714-09BB-7E91-A746A814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-4974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S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051390-EB33-DF01-56CA-FB5509BB2F85}"/>
              </a:ext>
            </a:extLst>
          </p:cNvPr>
          <p:cNvSpPr txBox="1">
            <a:spLocks/>
          </p:cNvSpPr>
          <p:nvPr/>
        </p:nvSpPr>
        <p:spPr>
          <a:xfrm>
            <a:off x="952982" y="578253"/>
            <a:ext cx="11239018" cy="970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the proposed Interactive 3D visualization approach 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A9FD4-0580-C693-AE88-CDAB48C4A3EF}"/>
              </a:ext>
            </a:extLst>
          </p:cNvPr>
          <p:cNvSpPr/>
          <p:nvPr/>
        </p:nvSpPr>
        <p:spPr>
          <a:xfrm>
            <a:off x="1860301" y="1435575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CF304B-81C3-4881-CA01-04DA4BA06121}"/>
              </a:ext>
            </a:extLst>
          </p:cNvPr>
          <p:cNvSpPr/>
          <p:nvPr/>
        </p:nvSpPr>
        <p:spPr>
          <a:xfrm>
            <a:off x="5682366" y="2881913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1E1926-F0E8-E5F6-C40F-FC143803A279}"/>
              </a:ext>
            </a:extLst>
          </p:cNvPr>
          <p:cNvSpPr/>
          <p:nvPr/>
        </p:nvSpPr>
        <p:spPr>
          <a:xfrm>
            <a:off x="1835300" y="2845556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1C8CB2-A659-27DE-AE55-8486FD653610}"/>
              </a:ext>
            </a:extLst>
          </p:cNvPr>
          <p:cNvSpPr/>
          <p:nvPr/>
        </p:nvSpPr>
        <p:spPr>
          <a:xfrm>
            <a:off x="9262760" y="1493375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3142DC-B1A2-D69F-8699-E649337D4235}"/>
              </a:ext>
            </a:extLst>
          </p:cNvPr>
          <p:cNvSpPr/>
          <p:nvPr/>
        </p:nvSpPr>
        <p:spPr>
          <a:xfrm>
            <a:off x="5682366" y="1493375"/>
            <a:ext cx="2223713" cy="937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EC7B47-DBE0-4A8E-9F19-0317240C83D0}"/>
              </a:ext>
            </a:extLst>
          </p:cNvPr>
          <p:cNvSpPr/>
          <p:nvPr/>
        </p:nvSpPr>
        <p:spPr>
          <a:xfrm>
            <a:off x="9266309" y="2891672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671B2F-886E-1A6B-FF28-DC174A0AD0BA}"/>
              </a:ext>
            </a:extLst>
          </p:cNvPr>
          <p:cNvSpPr/>
          <p:nvPr/>
        </p:nvSpPr>
        <p:spPr>
          <a:xfrm>
            <a:off x="5625718" y="4219853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74A101-61A2-05C2-D835-D8F742DEE021}"/>
              </a:ext>
            </a:extLst>
          </p:cNvPr>
          <p:cNvSpPr/>
          <p:nvPr/>
        </p:nvSpPr>
        <p:spPr>
          <a:xfrm>
            <a:off x="1821748" y="4234665"/>
            <a:ext cx="2112019" cy="9701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725"/>
              </a:lnSpc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3A34DF-A321-2F0E-3C95-F9690AC11F07}"/>
              </a:ext>
            </a:extLst>
          </p:cNvPr>
          <p:cNvSpPr txBox="1"/>
          <p:nvPr/>
        </p:nvSpPr>
        <p:spPr>
          <a:xfrm>
            <a:off x="2005712" y="1710392"/>
            <a:ext cx="194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937632-A3EC-5FDA-0D15-158536480FE7}"/>
              </a:ext>
            </a:extLst>
          </p:cNvPr>
          <p:cNvSpPr txBox="1"/>
          <p:nvPr/>
        </p:nvSpPr>
        <p:spPr>
          <a:xfrm>
            <a:off x="5553768" y="1805562"/>
            <a:ext cx="2352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Hot Transform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B40FA7-8FF0-03A4-A9BA-936F67ADF9F9}"/>
              </a:ext>
            </a:extLst>
          </p:cNvPr>
          <p:cNvSpPr txBox="1"/>
          <p:nvPr/>
        </p:nvSpPr>
        <p:spPr>
          <a:xfrm>
            <a:off x="9415464" y="1832045"/>
            <a:ext cx="1763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FDCC0F-18EC-E530-CBEC-5A6C71020F75}"/>
              </a:ext>
            </a:extLst>
          </p:cNvPr>
          <p:cNvSpPr txBox="1"/>
          <p:nvPr/>
        </p:nvSpPr>
        <p:spPr>
          <a:xfrm>
            <a:off x="1992936" y="2824684"/>
            <a:ext cx="211201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</a:p>
          <a:p>
            <a:pPr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Zero Mean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BB8A47-44D0-A929-4B80-88DA4AEFAD27}"/>
              </a:ext>
            </a:extLst>
          </p:cNvPr>
          <p:cNvSpPr txBox="1"/>
          <p:nvPr/>
        </p:nvSpPr>
        <p:spPr>
          <a:xfrm>
            <a:off x="5826439" y="2858790"/>
            <a:ext cx="236664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Weighted Transform </a:t>
            </a:r>
          </a:p>
          <a:p>
            <a:pPr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43DDA4-C849-21C8-14CF-541251A86AE7}"/>
              </a:ext>
            </a:extLst>
          </p:cNvPr>
          <p:cNvSpPr txBox="1"/>
          <p:nvPr/>
        </p:nvSpPr>
        <p:spPr>
          <a:xfrm>
            <a:off x="9252638" y="2872287"/>
            <a:ext cx="22081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73142-29BD-40C6-E051-FA57A4EFE1FF}"/>
              </a:ext>
            </a:extLst>
          </p:cNvPr>
          <p:cNvSpPr txBox="1"/>
          <p:nvPr/>
        </p:nvSpPr>
        <p:spPr>
          <a:xfrm>
            <a:off x="1948417" y="4486995"/>
            <a:ext cx="1935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Transform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62A29D-FDE6-AC9E-AC08-FF53A4AFAD6A}"/>
              </a:ext>
            </a:extLst>
          </p:cNvPr>
          <p:cNvSpPr txBox="1"/>
          <p:nvPr/>
        </p:nvSpPr>
        <p:spPr>
          <a:xfrm>
            <a:off x="5737345" y="4535065"/>
            <a:ext cx="1985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7D99478-5F93-5FA7-0864-FA34A096F73B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906080" y="2005617"/>
            <a:ext cx="1356680" cy="65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B060BA9-44FD-69EC-328E-4ADDC9DC5D18}"/>
              </a:ext>
            </a:extLst>
          </p:cNvPr>
          <p:cNvCxnSpPr>
            <a:stCxn id="8" idx="3"/>
          </p:cNvCxnSpPr>
          <p:nvPr/>
        </p:nvCxnSpPr>
        <p:spPr>
          <a:xfrm>
            <a:off x="3972320" y="1920641"/>
            <a:ext cx="171004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A161FB-1CF2-B261-5C9F-0B9D4135D344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>
            <a:off x="10318770" y="2463507"/>
            <a:ext cx="3549" cy="42816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F7482C-57CC-DF6A-3A7B-5030E2B334D9}"/>
              </a:ext>
            </a:extLst>
          </p:cNvPr>
          <p:cNvCxnSpPr>
            <a:cxnSpLocks/>
          </p:cNvCxnSpPr>
          <p:nvPr/>
        </p:nvCxnSpPr>
        <p:spPr>
          <a:xfrm flipH="1">
            <a:off x="7771675" y="3314762"/>
            <a:ext cx="1491085" cy="2312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1C423C6-61AC-BD57-193E-C6B7119A3FD8}"/>
              </a:ext>
            </a:extLst>
          </p:cNvPr>
          <p:cNvCxnSpPr>
            <a:cxnSpLocks/>
          </p:cNvCxnSpPr>
          <p:nvPr/>
        </p:nvCxnSpPr>
        <p:spPr>
          <a:xfrm flipH="1" flipV="1">
            <a:off x="3933767" y="3364297"/>
            <a:ext cx="1748599" cy="2534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DF4A898-8943-E892-E11E-16D996E4BC9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877758" y="3815688"/>
            <a:ext cx="0" cy="41897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B9BDA72-BD23-334B-715D-10184D3E4DA4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 flipV="1">
            <a:off x="3933767" y="4704919"/>
            <a:ext cx="1691951" cy="1481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D9EE50A-1A8A-BA02-BD77-3AB101F669BB}"/>
              </a:ext>
            </a:extLst>
          </p:cNvPr>
          <p:cNvSpPr txBox="1"/>
          <p:nvPr/>
        </p:nvSpPr>
        <p:spPr>
          <a:xfrm>
            <a:off x="3796327" y="5372849"/>
            <a:ext cx="505823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 Proposed flowchart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30AA8C-AD89-176A-46CA-4548802341E5}"/>
              </a:ext>
            </a:extLst>
          </p:cNvPr>
          <p:cNvSpPr txBox="1"/>
          <p:nvPr/>
        </p:nvSpPr>
        <p:spPr>
          <a:xfrm>
            <a:off x="8453708" y="5998785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7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"/>
    </mc:Choice>
    <mc:Fallback xmlns="">
      <p:transition spd="slow" advTm="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9025-A73E-B12A-6F95-32A6E5A7C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74157"/>
            <a:ext cx="9601200" cy="69448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453BC3-DFA8-3BD1-CC12-1ED166A4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S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FFF04-989B-753C-382D-D0AAA9FCFC1A}"/>
              </a:ext>
            </a:extLst>
          </p:cNvPr>
          <p:cNvSpPr txBox="1"/>
          <p:nvPr/>
        </p:nvSpPr>
        <p:spPr>
          <a:xfrm>
            <a:off x="2060295" y="2123955"/>
            <a:ext cx="891250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data is extracted from multiple sources such as UNSW NB15, NSL-KDD. </a:t>
            </a:r>
            <a:endParaRPr lang="en-US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3D081-42E8-6265-EE52-CCECE1434299}"/>
              </a:ext>
            </a:extLst>
          </p:cNvPr>
          <p:cNvSpPr txBox="1"/>
          <p:nvPr/>
        </p:nvSpPr>
        <p:spPr>
          <a:xfrm>
            <a:off x="1371600" y="3714689"/>
            <a:ext cx="6331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2. </a:t>
            </a:r>
            <a:r>
              <a:rPr lang="en-US" sz="3200" dirty="0"/>
              <a:t>One Hot Transformation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648BA4F-F1D9-0A69-ABA4-46B981A9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2284" y="620573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A49B06-0722-0997-DDCE-070B82F49BC8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9">
            <a:extLst>
              <a:ext uri="{FF2B5EF4-FFF2-40B4-BE49-F238E27FC236}">
                <a16:creationId xmlns:a16="http://schemas.microsoft.com/office/drawing/2014/main" id="{9679769A-6712-4AA8-A496-041F02F7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4">
                <a:extLst>
                  <a:ext uri="{FF2B5EF4-FFF2-40B4-BE49-F238E27FC236}">
                    <a16:creationId xmlns:a16="http://schemas.microsoft.com/office/drawing/2014/main" id="{A96A4BFA-E35E-9CA5-F31D-0DC3B24129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908612" y="4344691"/>
                <a:ext cx="9601200" cy="1683859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>
                <a:sp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Franklin Gothic Book" panose="020B05030201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e>
                                <m:e>
                                  <m: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ontent Placeholder 4">
                <a:extLst>
                  <a:ext uri="{FF2B5EF4-FFF2-40B4-BE49-F238E27FC236}">
                    <a16:creationId xmlns:a16="http://schemas.microsoft.com/office/drawing/2014/main" id="{A96A4BFA-E35E-9CA5-F31D-0DC3B2412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8612" y="4344691"/>
                <a:ext cx="9601200" cy="16838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C6147B-27EC-73ED-43C7-414B22108F0B}"/>
              </a:ext>
            </a:extLst>
          </p:cNvPr>
          <p:cNvSpPr txBox="1"/>
          <p:nvPr/>
        </p:nvSpPr>
        <p:spPr>
          <a:xfrm>
            <a:off x="4857430" y="4423924"/>
            <a:ext cx="6331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; if the feature is equal to the category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E5EE2-7380-55BF-EC69-A6779EE0E135}"/>
              </a:ext>
            </a:extLst>
          </p:cNvPr>
          <p:cNvSpPr txBox="1"/>
          <p:nvPr/>
        </p:nvSpPr>
        <p:spPr>
          <a:xfrm>
            <a:off x="4859280" y="4903267"/>
            <a:ext cx="6331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otherwise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1CD6DA-903B-C3DF-1AA5-435A8B72E552}"/>
                  </a:ext>
                </a:extLst>
              </p:cNvPr>
              <p:cNvSpPr txBox="1"/>
              <p:nvPr/>
            </p:nvSpPr>
            <p:spPr>
              <a:xfrm>
                <a:off x="1659037" y="5645326"/>
                <a:ext cx="723032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encoded feature for category </a:t>
                </a:r>
                <a14:m>
                  <m:oMath xmlns:m="http://schemas.openxmlformats.org/officeDocument/2006/math">
                    <m:r>
                      <a:rPr lang="en-US" sz="2600" dirty="0" smtClean="0">
                        <a:latin typeface="Cambria Math" panose="02040503050406030204" pitchFamily="18" charset="0"/>
                      </a:rPr>
                      <m:t>ⅈ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1CD6DA-903B-C3DF-1AA5-435A8B72E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037" y="5645326"/>
                <a:ext cx="7230320" cy="492443"/>
              </a:xfrm>
              <a:prstGeom prst="rect">
                <a:avLst/>
              </a:prstGeom>
              <a:blipFill>
                <a:blip r:embed="rId3"/>
                <a:stretch>
                  <a:fillRect l="-1518" t="-11111" b="-30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97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"/>
    </mc:Choice>
    <mc:Fallback xmlns="">
      <p:transition spd="slow" advTm="16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E6E193-E06A-0B48-DB53-212BFB625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1567" y="1270623"/>
                <a:ext cx="9601200" cy="21210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  </a:t>
                </a:r>
              </a:p>
              <a:p>
                <a:pPr marL="0" indent="0">
                  <a:buNone/>
                </a:pPr>
                <a:r>
                  <a:rPr lang="en-US" sz="3200" dirty="0"/>
                  <a:t>                   X′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/>
                          <m:t>X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200"/>
                          <m:t>X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200"/>
                          <m:t>X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200"/>
                          <m:t>X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E6E193-E06A-0B48-DB53-212BFB625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1567" y="1270623"/>
                <a:ext cx="9601200" cy="212106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B53F221-68FA-2F57-240B-B7A1BC47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309" y="141790"/>
            <a:ext cx="6024623" cy="116614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F170D3-65D3-7308-CCC3-C9920CCD9EE5}"/>
                  </a:ext>
                </a:extLst>
              </p:cNvPr>
              <p:cNvSpPr txBox="1"/>
              <p:nvPr/>
            </p:nvSpPr>
            <p:spPr>
              <a:xfrm>
                <a:off x="2493804" y="3157426"/>
                <a:ext cx="8416725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is the original data value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𝑖𝑛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minimum  and maximum values of the  data.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X′ is the normalized data.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F170D3-65D3-7308-CCC3-C9920CCD9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04" y="3157426"/>
                <a:ext cx="8416725" cy="1692771"/>
              </a:xfrm>
              <a:prstGeom prst="rect">
                <a:avLst/>
              </a:prstGeom>
              <a:blipFill>
                <a:blip r:embed="rId3"/>
                <a:stretch>
                  <a:fillRect l="-1086" t="-3237" b="-7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3B5594F-1F6F-317F-D480-1E0017B25345}"/>
              </a:ext>
            </a:extLst>
          </p:cNvPr>
          <p:cNvSpPr txBox="1"/>
          <p:nvPr/>
        </p:nvSpPr>
        <p:spPr>
          <a:xfrm>
            <a:off x="1901567" y="2754566"/>
            <a:ext cx="60940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F4B3C34-9A03-4CE0-567B-AECE8A96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8558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8FD0D-85C2-349F-79A3-790D0D7601B8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9">
            <a:extLst>
              <a:ext uri="{FF2B5EF4-FFF2-40B4-BE49-F238E27FC236}">
                <a16:creationId xmlns:a16="http://schemas.microsoft.com/office/drawing/2014/main" id="{BAF78BF8-4B52-387B-8858-0D99D515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3FF28-D998-FAB3-FF4A-31EE664EC1C6}"/>
              </a:ext>
            </a:extLst>
          </p:cNvPr>
          <p:cNvSpPr txBox="1"/>
          <p:nvPr/>
        </p:nvSpPr>
        <p:spPr>
          <a:xfrm>
            <a:off x="1390650" y="1029687"/>
            <a:ext cx="723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Normalization</a:t>
            </a:r>
          </a:p>
        </p:txBody>
      </p:sp>
    </p:spTree>
    <p:extLst>
      <p:ext uri="{BB962C8B-B14F-4D97-AF65-F5344CB8AC3E}">
        <p14:creationId xmlns:p14="http://schemas.microsoft.com/office/powerpoint/2010/main" val="408751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"/>
    </mc:Choice>
    <mc:Fallback xmlns="">
      <p:transition spd="slow" advTm="2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6F50-2577-943D-624D-98D76D08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210" y="298138"/>
            <a:ext cx="6209818" cy="92308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A1267E-9D9E-EACC-1F6C-EBEE3EE40678}"/>
                  </a:ext>
                </a:extLst>
              </p:cNvPr>
              <p:cNvSpPr txBox="1"/>
              <p:nvPr/>
            </p:nvSpPr>
            <p:spPr>
              <a:xfrm>
                <a:off x="2987390" y="2469970"/>
                <a:ext cx="151791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A1267E-9D9E-EACC-1F6C-EBEE3EE40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390" y="2469970"/>
                <a:ext cx="151791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FCF68F-75CA-78AA-AB08-F3BED81BDDAD}"/>
                  </a:ext>
                </a:extLst>
              </p:cNvPr>
              <p:cNvSpPr txBox="1"/>
              <p:nvPr/>
            </p:nvSpPr>
            <p:spPr>
              <a:xfrm>
                <a:off x="6096000" y="1888802"/>
                <a:ext cx="2726580" cy="1595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FCF68F-75CA-78AA-AB08-F3BED81BD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88802"/>
                <a:ext cx="2726580" cy="15956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743FC6-F2E1-88BF-E28F-35DFFF585637}"/>
                  </a:ext>
                </a:extLst>
              </p:cNvPr>
              <p:cNvSpPr txBox="1"/>
              <p:nvPr/>
            </p:nvSpPr>
            <p:spPr>
              <a:xfrm>
                <a:off x="4437447" y="2440395"/>
                <a:ext cx="18490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743FC6-F2E1-88BF-E28F-35DFFF585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447" y="2440395"/>
                <a:ext cx="184903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114D17-0BCD-FDA6-23A3-D53F90B8E7E2}"/>
                  </a:ext>
                </a:extLst>
              </p:cNvPr>
              <p:cNvSpPr txBox="1"/>
              <p:nvPr/>
            </p:nvSpPr>
            <p:spPr>
              <a:xfrm>
                <a:off x="3844708" y="3757687"/>
                <a:ext cx="7583363" cy="20928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 </a:t>
                </a:r>
                <a:b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        is the entropy of the original dataset S,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represents the subset feature A,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the entropy of the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114D17-0BCD-FDA6-23A3-D53F90B8E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708" y="3757687"/>
                <a:ext cx="7583363" cy="2092881"/>
              </a:xfrm>
              <a:prstGeom prst="rect">
                <a:avLst/>
              </a:prstGeom>
              <a:blipFill>
                <a:blip r:embed="rId5"/>
                <a:stretch>
                  <a:fillRect l="-1447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12CF2E-492D-9DC1-C06F-CC44C50E4C4F}"/>
                  </a:ext>
                </a:extLst>
              </p:cNvPr>
              <p:cNvSpPr txBox="1"/>
              <p:nvPr/>
            </p:nvSpPr>
            <p:spPr>
              <a:xfrm>
                <a:off x="4084274" y="4285193"/>
                <a:ext cx="7063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12CF2E-492D-9DC1-C06F-CC44C50E4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274" y="4285193"/>
                <a:ext cx="706347" cy="369332"/>
              </a:xfrm>
              <a:prstGeom prst="rect">
                <a:avLst/>
              </a:prstGeom>
              <a:blipFill>
                <a:blip r:embed="rId6"/>
                <a:stretch>
                  <a:fillRect l="-948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8F77A446-5991-A63F-9841-B0E35160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2284" y="6270803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0B7493-6794-D800-0A64-F63B627A4DD0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ate Placeholder 9">
            <a:extLst>
              <a:ext uri="{FF2B5EF4-FFF2-40B4-BE49-F238E27FC236}">
                <a16:creationId xmlns:a16="http://schemas.microsoft.com/office/drawing/2014/main" id="{47C708E7-0B99-007C-A2CC-A2A1DC2C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A1DE9F-3F14-FE49-0357-42180B07DF5E}"/>
              </a:ext>
            </a:extLst>
          </p:cNvPr>
          <p:cNvSpPr txBox="1">
            <a:spLocks/>
          </p:cNvSpPr>
          <p:nvPr/>
        </p:nvSpPr>
        <p:spPr>
          <a:xfrm>
            <a:off x="1037735" y="1134838"/>
            <a:ext cx="8439055" cy="630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4.Training Set Information Gain Calculation </a:t>
            </a:r>
          </a:p>
        </p:txBody>
      </p:sp>
    </p:spTree>
    <p:extLst>
      <p:ext uri="{BB962C8B-B14F-4D97-AF65-F5344CB8AC3E}">
        <p14:creationId xmlns:p14="http://schemas.microsoft.com/office/powerpoint/2010/main" val="408014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"/>
    </mc:Choice>
    <mc:Fallback xmlns="">
      <p:transition spd="slow" advTm="2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708F-93DC-B336-628E-0904149D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517" y="211238"/>
            <a:ext cx="7390435" cy="8883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BF099-0A9C-A90B-5B29-194E8C0AF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1779" y="1209556"/>
                <a:ext cx="9601200" cy="2748986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for a dataset S is defined as:</a:t>
                </a:r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probability of class 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ⅈ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set S.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BF099-0A9C-A90B-5B29-194E8C0AF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1779" y="1209556"/>
                <a:ext cx="9601200" cy="2748986"/>
              </a:xfrm>
              <a:blipFill>
                <a:blip r:embed="rId2"/>
                <a:stretch>
                  <a:fillRect l="-952" t="-2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EAB5863-07FB-C902-5556-78C8CAA40F50}"/>
              </a:ext>
            </a:extLst>
          </p:cNvPr>
          <p:cNvSpPr txBox="1"/>
          <p:nvPr/>
        </p:nvSpPr>
        <p:spPr>
          <a:xfrm>
            <a:off x="901349" y="3790709"/>
            <a:ext cx="7717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Weighted Transformation of Each Feature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5A05C02-E231-64F9-CA31-04E0A284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953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AB640-F8F1-A488-36B4-C5006CA56735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7F79AE5-AB89-809B-6C80-7F3EF34A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F94BF44-ACE0-D402-21F3-AD8DC523A0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4955" y="4247909"/>
                <a:ext cx="9601200" cy="17132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dirty="0"/>
                  <a:t> 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sz="2800" dirty="0"/>
                  <a:t>                                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5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weight of feature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ⅈ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F94BF44-ACE0-D402-21F3-AD8DC523A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55" y="4247909"/>
                <a:ext cx="9601200" cy="1713220"/>
              </a:xfrm>
              <a:prstGeom prst="rect">
                <a:avLst/>
              </a:prstGeom>
              <a:blipFill>
                <a:blip r:embed="rId3"/>
                <a:stretch>
                  <a:fillRect b="-7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80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"/>
    </mc:Choice>
    <mc:Fallback xmlns="">
      <p:transition spd="slow" advTm="4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0538-34BB-E175-2634-93F2A4F7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11238"/>
            <a:ext cx="9601200" cy="100410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4B6D2-0383-6067-93D8-F8FEA1B56C71}"/>
              </a:ext>
            </a:extLst>
          </p:cNvPr>
          <p:cNvSpPr txBox="1"/>
          <p:nvPr/>
        </p:nvSpPr>
        <p:spPr>
          <a:xfrm>
            <a:off x="1019537" y="1117624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6.Transform Features to Zero 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DB731-3DC1-DF37-E24D-A820E4BD048D}"/>
              </a:ext>
            </a:extLst>
          </p:cNvPr>
          <p:cNvSpPr txBox="1"/>
          <p:nvPr/>
        </p:nvSpPr>
        <p:spPr>
          <a:xfrm>
            <a:off x="1390650" y="1940189"/>
            <a:ext cx="86588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X′ =X−µ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X is the original feature vector, and µ is the mean of the feature vector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7B3DDC4-5CB3-F811-1D80-73ABD5FF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527" y="625107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E560B-E964-3939-C46A-3EDB200CF023}"/>
              </a:ext>
            </a:extLst>
          </p:cNvPr>
          <p:cNvSpPr txBox="1"/>
          <p:nvPr/>
        </p:nvSpPr>
        <p:spPr>
          <a:xfrm>
            <a:off x="8498541" y="5961129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E1A200E-8DA8-108B-8735-AA1AF377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69C414-E650-0362-FD28-777800667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12" y="3854467"/>
            <a:ext cx="4491942" cy="9939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PCA Transform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46CA1-473D-87ED-8075-AF36CB0DA5C7}"/>
              </a:ext>
            </a:extLst>
          </p:cNvPr>
          <p:cNvSpPr txBox="1"/>
          <p:nvPr/>
        </p:nvSpPr>
        <p:spPr>
          <a:xfrm>
            <a:off x="4609619" y="436482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X′ =X·W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D86FF-8D14-4E71-A226-F40CF6BCA80D}"/>
              </a:ext>
            </a:extLst>
          </p:cNvPr>
          <p:cNvSpPr txBox="1"/>
          <p:nvPr/>
        </p:nvSpPr>
        <p:spPr>
          <a:xfrm>
            <a:off x="1886673" y="4899020"/>
            <a:ext cx="823586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X is the original data matrix.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 is the matrix of eigenvectors.</a:t>
            </a:r>
          </a:p>
        </p:txBody>
      </p:sp>
    </p:spTree>
    <p:extLst>
      <p:ext uri="{BB962C8B-B14F-4D97-AF65-F5344CB8AC3E}">
        <p14:creationId xmlns:p14="http://schemas.microsoft.com/office/powerpoint/2010/main" val="133584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"/>
    </mc:Choice>
    <mc:Fallback xmlns="">
      <p:transition spd="slow" advTm="15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126B-CF61-C892-E5D5-FCA10FAA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618" y="171364"/>
            <a:ext cx="7650866" cy="1231257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753C2-DAF9-2388-D943-A80DB9C5C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259" y="843621"/>
            <a:ext cx="3385595" cy="688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3D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C9A3B-4E13-BF79-C830-9B44F2A502C7}"/>
              </a:ext>
            </a:extLst>
          </p:cNvPr>
          <p:cNvSpPr txBox="1"/>
          <p:nvPr/>
        </p:nvSpPr>
        <p:spPr>
          <a:xfrm>
            <a:off x="3496113" y="1478563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8E6AE8-75CD-01E7-2A6B-441D1BE9580B}"/>
                  </a:ext>
                </a:extLst>
              </p:cNvPr>
              <p:cNvSpPr txBox="1"/>
              <p:nvPr/>
            </p:nvSpPr>
            <p:spPr>
              <a:xfrm>
                <a:off x="5286579" y="1053312"/>
                <a:ext cx="1618841" cy="1384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8E6AE8-75CD-01E7-2A6B-441D1BE95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579" y="1053312"/>
                <a:ext cx="1618841" cy="13844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81B0D5-76E5-4E0B-F317-7A3AFC572FAB}"/>
                  </a:ext>
                </a:extLst>
              </p:cNvPr>
              <p:cNvSpPr txBox="1"/>
              <p:nvPr/>
            </p:nvSpPr>
            <p:spPr>
              <a:xfrm>
                <a:off x="2595222" y="2632977"/>
                <a:ext cx="12215098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coefficient for each basis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the unit basis vectors along the x, y, and z axes 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• s is the scaling factor.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81B0D5-76E5-4E0B-F317-7A3AFC572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222" y="2632977"/>
                <a:ext cx="12215098" cy="1692771"/>
              </a:xfrm>
              <a:prstGeom prst="rect">
                <a:avLst/>
              </a:prstGeom>
              <a:blipFill>
                <a:blip r:embed="rId3"/>
                <a:stretch>
                  <a:fillRect l="-898" t="-3237" b="-7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5A41E-9F56-016C-B9CA-68D947F2B43A}"/>
                  </a:ext>
                </a:extLst>
              </p:cNvPr>
              <p:cNvSpPr txBox="1"/>
              <p:nvPr/>
            </p:nvSpPr>
            <p:spPr>
              <a:xfrm>
                <a:off x="1390650" y="4803019"/>
                <a:ext cx="7552480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unit basis vectors are in x, y, z components: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60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(1,0,0),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(0,1,0),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(0,0,1)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5A41E-9F56-016C-B9CA-68D947F2B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650" y="4803019"/>
                <a:ext cx="7552480" cy="892552"/>
              </a:xfrm>
              <a:prstGeom prst="rect">
                <a:avLst/>
              </a:prstGeom>
              <a:blipFill>
                <a:blip r:embed="rId4"/>
                <a:stretch>
                  <a:fillRect l="-1453" t="-6164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0F35177-EB6E-1585-6135-0298A9B5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0195" y="6313465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A9E354-8846-6D4D-D37A-375C166B7038}"/>
              </a:ext>
            </a:extLst>
          </p:cNvPr>
          <p:cNvSpPr txBox="1"/>
          <p:nvPr/>
        </p:nvSpPr>
        <p:spPr>
          <a:xfrm>
            <a:off x="8586452" y="5954958"/>
            <a:ext cx="342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9">
            <a:extLst>
              <a:ext uri="{FF2B5EF4-FFF2-40B4-BE49-F238E27FC236}">
                <a16:creationId xmlns:a16="http://schemas.microsoft.com/office/drawing/2014/main" id="{75D803C3-5C60-8902-776C-6358299C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0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"/>
    </mc:Choice>
    <mc:Fallback xmlns="">
      <p:transition spd="slow" advTm="22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2BFB-BF4A-CE6F-F7C7-C4A22466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6901-BD95-D9E3-2D97-81D203D90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442" y="199663"/>
            <a:ext cx="8553692" cy="103882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and Discussion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786A-C6AC-1F28-D335-7D079E4B7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189" y="1238491"/>
            <a:ext cx="10608197" cy="140632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vs Testing Data Comparison (studied):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49A70-31E3-8BC2-4FC7-E4809B2D9575}"/>
              </a:ext>
            </a:extLst>
          </p:cNvPr>
          <p:cNvSpPr txBox="1"/>
          <p:nvPr/>
        </p:nvSpPr>
        <p:spPr>
          <a:xfrm>
            <a:off x="1834187" y="4786788"/>
            <a:ext cx="950032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4. 3D visual representation of the UNSW-NB15 dataset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54CCAE26-B6DC-ACEE-2268-E62AC0D5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2274" y="628906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BEEABF-ECA6-20DE-80BD-2E6D334D0BA1}"/>
              </a:ext>
            </a:extLst>
          </p:cNvPr>
          <p:cNvSpPr txBox="1"/>
          <p:nvPr/>
        </p:nvSpPr>
        <p:spPr>
          <a:xfrm>
            <a:off x="7540906" y="6178248"/>
            <a:ext cx="4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and discussion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9">
            <a:extLst>
              <a:ext uri="{FF2B5EF4-FFF2-40B4-BE49-F238E27FC236}">
                <a16:creationId xmlns:a16="http://schemas.microsoft.com/office/drawing/2014/main" id="{442D01C5-19F0-922B-6A3C-BAC246EE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b="1" smtClean="0"/>
              <a:t>1/11/2026</a:t>
            </a:fld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E5322-0AB8-D43F-19FD-4B4FA357F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0" y="2164892"/>
            <a:ext cx="3495315" cy="21017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06CD11-8B84-B985-CB82-CB9C1EA3F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332" y="2164893"/>
            <a:ext cx="3240911" cy="21017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866F0E1-E7BB-2F04-FF53-4EB7EE82E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90" y="2164893"/>
            <a:ext cx="3240911" cy="21017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90705D-D9C0-B6CB-584A-77AA9633E36D}"/>
              </a:ext>
            </a:extLst>
          </p:cNvPr>
          <p:cNvSpPr txBox="1"/>
          <p:nvPr/>
        </p:nvSpPr>
        <p:spPr>
          <a:xfrm>
            <a:off x="3373563" y="4159378"/>
            <a:ext cx="76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833F4-5F37-5B02-8B6D-97998241A209}"/>
              </a:ext>
            </a:extLst>
          </p:cNvPr>
          <p:cNvSpPr txBox="1"/>
          <p:nvPr/>
        </p:nvSpPr>
        <p:spPr>
          <a:xfrm rot="10800000" flipV="1">
            <a:off x="6356351" y="4226865"/>
            <a:ext cx="1299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AE967C-37F4-2497-A212-FE1EAE67A3AA}"/>
              </a:ext>
            </a:extLst>
          </p:cNvPr>
          <p:cNvSpPr txBox="1"/>
          <p:nvPr/>
        </p:nvSpPr>
        <p:spPr>
          <a:xfrm rot="10800000" flipV="1">
            <a:off x="9861162" y="4139766"/>
            <a:ext cx="1299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"/>
    </mc:Choice>
    <mc:Fallback xmlns="">
      <p:transition spd="slow" advTm="33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8381-C89A-8EB6-00E7-7F2FA9C5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26116"/>
            <a:ext cx="8659792" cy="109501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2FBFE-0008-2C21-257E-B7EFEFCCA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233" y="960698"/>
            <a:ext cx="11024886" cy="148734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Visualization (studied):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8B14D-007E-D6BF-B100-2A7127E7A4A3}"/>
              </a:ext>
            </a:extLst>
          </p:cNvPr>
          <p:cNvSpPr txBox="1"/>
          <p:nvPr/>
        </p:nvSpPr>
        <p:spPr>
          <a:xfrm>
            <a:off x="2688221" y="4760083"/>
            <a:ext cx="103824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5. Example clusters from the UNSW-NB15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B3ECE0A-D9C4-9A44-EAA3-84DA77AB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489" y="6251078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22E6D-35D5-A3C8-D50D-8F6775FBBCE1}"/>
              </a:ext>
            </a:extLst>
          </p:cNvPr>
          <p:cNvSpPr txBox="1"/>
          <p:nvPr/>
        </p:nvSpPr>
        <p:spPr>
          <a:xfrm>
            <a:off x="7451204" y="6096378"/>
            <a:ext cx="4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and discussion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9">
            <a:extLst>
              <a:ext uri="{FF2B5EF4-FFF2-40B4-BE49-F238E27FC236}">
                <a16:creationId xmlns:a16="http://schemas.microsoft.com/office/drawing/2014/main" id="{58FAC6A5-B625-401D-59F2-D989175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6927BD-26EA-7D8A-5B8F-0FFECC8C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2207386"/>
            <a:ext cx="3347290" cy="19339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6D4C49-CAD5-3EC4-9A38-3DB0C01E4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58" y="2182004"/>
            <a:ext cx="3347290" cy="19339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C728B1-0ECC-1588-3B6E-0814DEEF8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266" y="2207386"/>
            <a:ext cx="3254418" cy="19339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F588B0-9FFF-37C3-022C-EBE5DD403D24}"/>
              </a:ext>
            </a:extLst>
          </p:cNvPr>
          <p:cNvSpPr txBox="1"/>
          <p:nvPr/>
        </p:nvSpPr>
        <p:spPr>
          <a:xfrm>
            <a:off x="2880711" y="4113753"/>
            <a:ext cx="57230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4BF5-BD67-B66A-75EA-A02D3A28513C}"/>
              </a:ext>
            </a:extLst>
          </p:cNvPr>
          <p:cNvSpPr txBox="1"/>
          <p:nvPr/>
        </p:nvSpPr>
        <p:spPr>
          <a:xfrm>
            <a:off x="6101420" y="4159919"/>
            <a:ext cx="57230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EC6DE-F536-441B-C878-9BDBD0AF72F4}"/>
              </a:ext>
            </a:extLst>
          </p:cNvPr>
          <p:cNvSpPr txBox="1"/>
          <p:nvPr/>
        </p:nvSpPr>
        <p:spPr>
          <a:xfrm>
            <a:off x="9724182" y="4141347"/>
            <a:ext cx="57230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03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"/>
    </mc:Choice>
    <mc:Fallback xmlns="">
      <p:transition spd="slow" advTm="19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B550-B596-AE94-C1C3-1F2E25AF4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962025"/>
            <a:ext cx="8331841" cy="87708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Insights (studied):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11CA82-8A54-4C13-5C6C-A23D3229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494" y="219075"/>
            <a:ext cx="8165939" cy="14859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and Discussion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6A3825-5BA7-2DC9-7CC6-46CACBF76EEC}"/>
              </a:ext>
            </a:extLst>
          </p:cNvPr>
          <p:cNvSpPr txBox="1"/>
          <p:nvPr/>
        </p:nvSpPr>
        <p:spPr>
          <a:xfrm>
            <a:off x="2416214" y="5018896"/>
            <a:ext cx="101588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6. Close-up showing the decision space boundary and   traffic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BEF580-A0E5-92BA-7DD3-CABDA84EEE6E}"/>
              </a:ext>
            </a:extLst>
          </p:cNvPr>
          <p:cNvSpPr txBox="1"/>
          <p:nvPr/>
        </p:nvSpPr>
        <p:spPr>
          <a:xfrm rot="10800000" flipV="1">
            <a:off x="8191982" y="4419023"/>
            <a:ext cx="1299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34A6D8-4B93-53FE-E05F-63C0A8307FBD}"/>
              </a:ext>
            </a:extLst>
          </p:cNvPr>
          <p:cNvSpPr txBox="1"/>
          <p:nvPr/>
        </p:nvSpPr>
        <p:spPr>
          <a:xfrm>
            <a:off x="4141649" y="4434559"/>
            <a:ext cx="76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4C7E1C93-0726-949B-E574-7A8154BF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8033" y="6338414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718D24-93A2-3CE8-F1E8-7BC30876DA79}"/>
              </a:ext>
            </a:extLst>
          </p:cNvPr>
          <p:cNvSpPr txBox="1"/>
          <p:nvPr/>
        </p:nvSpPr>
        <p:spPr>
          <a:xfrm>
            <a:off x="7303626" y="6213613"/>
            <a:ext cx="4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and discussion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9">
            <a:extLst>
              <a:ext uri="{FF2B5EF4-FFF2-40B4-BE49-F238E27FC236}">
                <a16:creationId xmlns:a16="http://schemas.microsoft.com/office/drawing/2014/main" id="{FAF1EA50-A071-41F8-11EE-57BBA739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8DD22-3D6B-EBF3-EBEA-2F5EA3945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14" y="1931443"/>
            <a:ext cx="4386806" cy="2362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6929A1-64D0-8323-E465-3E8E9E3BD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931443"/>
            <a:ext cx="3799679" cy="236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9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"/>
    </mc:Choice>
    <mc:Fallback xmlns="">
      <p:transition spd="slow" advTm="20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4F452DB-7260-F7D7-0B28-E85A5DA4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857" y="215307"/>
            <a:ext cx="8177514" cy="102725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and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12065-EAB5-3E79-87F0-428323CB4933}"/>
              </a:ext>
            </a:extLst>
          </p:cNvPr>
          <p:cNvSpPr txBox="1"/>
          <p:nvPr/>
        </p:nvSpPr>
        <p:spPr>
          <a:xfrm>
            <a:off x="2074166" y="4850540"/>
            <a:ext cx="105312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7. Binary and Multi-category classification decision 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45B4A8A-CD4D-0530-5939-C348297F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5237" y="632130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6CFDE-7163-5DBE-2B23-7B62B959C229}"/>
              </a:ext>
            </a:extLst>
          </p:cNvPr>
          <p:cNvSpPr txBox="1"/>
          <p:nvPr/>
        </p:nvSpPr>
        <p:spPr>
          <a:xfrm>
            <a:off x="7566949" y="6084054"/>
            <a:ext cx="4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and discussion cont’d….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Date Placeholder 9">
            <a:extLst>
              <a:ext uri="{FF2B5EF4-FFF2-40B4-BE49-F238E27FC236}">
                <a16:creationId xmlns:a16="http://schemas.microsoft.com/office/drawing/2014/main" id="{C39929A3-0D5D-8D13-B6E0-1EE9B126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6101CF-7A49-D529-79F3-DEC763DF8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470" y="1807356"/>
            <a:ext cx="5143144" cy="2425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0E7324-2A6B-EAD0-01CB-72A50D74F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943" y="1807356"/>
            <a:ext cx="4547395" cy="24134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A2507E-8C1A-536F-0E1E-17F08633F0B0}"/>
              </a:ext>
            </a:extLst>
          </p:cNvPr>
          <p:cNvSpPr txBox="1"/>
          <p:nvPr/>
        </p:nvSpPr>
        <p:spPr>
          <a:xfrm>
            <a:off x="3999024" y="4272282"/>
            <a:ext cx="76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70822-B66C-6885-0C1E-246A334FCCA3}"/>
              </a:ext>
            </a:extLst>
          </p:cNvPr>
          <p:cNvSpPr txBox="1"/>
          <p:nvPr/>
        </p:nvSpPr>
        <p:spPr>
          <a:xfrm rot="10800000" flipV="1">
            <a:off x="8979060" y="4232582"/>
            <a:ext cx="1299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5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"/>
    </mc:Choice>
    <mc:Fallback xmlns="">
      <p:transition spd="slow" advTm="20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5AE6A3C4-DF30-4DBB-3AFA-79CAE53B41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0650" y="218213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BFF65-2643-B3F3-3637-52D2E3409531}"/>
              </a:ext>
            </a:extLst>
          </p:cNvPr>
          <p:cNvSpPr txBox="1"/>
          <p:nvPr/>
        </p:nvSpPr>
        <p:spPr>
          <a:xfrm>
            <a:off x="2490655" y="5758636"/>
            <a:ext cx="75482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Fig.  8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plan shows in Gantt chart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C9056E8-063E-A1E0-26C3-4DE03E50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1541" y="6286553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9">
            <a:extLst>
              <a:ext uri="{FF2B5EF4-FFF2-40B4-BE49-F238E27FC236}">
                <a16:creationId xmlns:a16="http://schemas.microsoft.com/office/drawing/2014/main" id="{0A0701CC-5EB5-EEDC-CA18-42461F78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B3AB1D89-F201-E721-BB56-D89B6E4C8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650" y="1185387"/>
            <a:ext cx="10781414" cy="4472096"/>
          </a:xfrm>
        </p:spPr>
      </p:pic>
    </p:spTree>
    <p:extLst>
      <p:ext uri="{BB962C8B-B14F-4D97-AF65-F5344CB8AC3E}">
        <p14:creationId xmlns:p14="http://schemas.microsoft.com/office/powerpoint/2010/main" val="267515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"/>
    </mc:Choice>
    <mc:Fallback xmlns="">
      <p:transition spd="slow" advTm="14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4DBB6-D61D-7438-B2DA-66381762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D59AB8-4506-212F-772B-20BE85AF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868" y="139170"/>
            <a:ext cx="9601200" cy="91213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35C7BA6-A39A-0D06-AEF8-01CA7D9E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922" y="6170056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135C2B3F-DA1D-BA7B-F038-DAD1525F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AB551B0B-09D4-47A6-9E6B-2A42F90DD1F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BB8EE-D8B5-205D-91ED-66EED7DAB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705" y="1832861"/>
            <a:ext cx="4551239" cy="2871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 Generation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Gaps Identification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Study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Report/Proposal  Writing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CB3FB8B-33CA-87D8-3781-C0F35340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71" y="1051306"/>
            <a:ext cx="287290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Jamal Hossain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6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66B796E-36F4-ED8F-C70B-F7B2790D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S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5C7B77B-B58C-D7DA-2EA2-C58E20F8C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9837" y="2076578"/>
            <a:ext cx="11312163" cy="2704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 Visualization reveals ML misclassifications in NIDS.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, machine learning classification and hybrid Model Integration enhances classification clarity.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&amp; Interpretability beyond traditional metrics.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69C1D00-C673-AEAA-6F67-3739BF46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08504" y="6048772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7FE05DE-D9A1-F946-B83C-A28959AD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"/>
    </mc:Choice>
    <mc:Fallback xmlns="">
      <p:transition spd="slow" advTm="18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21FF-EF22-BE29-70E3-565C32AA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5271" y="247650"/>
            <a:ext cx="3246699" cy="1152887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CB0AA49-4C0D-DA1C-8B6F-5D0910FB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42287" y="6185187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CA3E8E6D-80D1-DC94-20DB-303AB9F1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9075" y="6349213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8C4F9-342F-1BE5-40B6-B8A909BFC322}"/>
              </a:ext>
            </a:extLst>
          </p:cNvPr>
          <p:cNvSpPr txBox="1"/>
          <p:nvPr/>
        </p:nvSpPr>
        <p:spPr>
          <a:xfrm>
            <a:off x="1757493" y="1400537"/>
            <a:ext cx="96012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SG" u="sng" dirty="0"/>
              <a:t>[1]  </a:t>
            </a: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https://www.sciencedirect.com/science/article/abs/pii/S0167739X18331091</a:t>
            </a: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[2]  </a:t>
            </a:r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https://ieeexplore.ieee.org/document/8552977</a:t>
            </a: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[3]  </a:t>
            </a:r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https://ieeexplore.ieee.org/document/9679415</a:t>
            </a: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[4]  </a:t>
            </a: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https://www.sciencedirect.com/science/article/pii/S2352864817300810</a:t>
            </a:r>
            <a:endParaRPr lang="en-US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[5]  </a:t>
            </a:r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https://www.sciencedirect.com/science/article/abs/pii/S014036641100209X</a:t>
            </a: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[6]  </a:t>
            </a:r>
            <a:r>
              <a:rPr lang="en-SG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https://www.sciencedirect.com/science/article/pii/S2468502X17300086</a:t>
            </a:r>
            <a:endParaRPr lang="en-SG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SG" sz="1600" dirty="0"/>
          </a:p>
          <a:p>
            <a:pPr marL="0" indent="0">
              <a:buNone/>
            </a:pP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4162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"/>
    </mc:Choice>
    <mc:Fallback xmlns="">
      <p:transition spd="slow" advTm="19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40481B-B477-1ABC-9FCC-8CF10E95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Any Queries?</a:t>
            </a:r>
            <a:endParaRPr lang="en-SG" sz="8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87D53A8E-0CC9-36A4-D6F6-F3C374AD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9075" y="6349213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4683669-2678-5DAF-F01A-7BCEA53A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4333" y="622792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96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"/>
    </mc:Choice>
    <mc:Fallback xmlns="">
      <p:transition spd="slow" advTm="18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1DC7-E771-1C70-678E-E290B2F0A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2634F6-3375-4DBA-E1DE-90FF617B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</a:t>
            </a:r>
            <a:endParaRPr lang="en-SG" sz="8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15FC80F3-35A6-7AA1-A25A-771EFE2C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9075" y="6349213"/>
            <a:ext cx="1204572" cy="404614"/>
          </a:xfrm>
        </p:spPr>
        <p:txBody>
          <a:bodyPr/>
          <a:lstStyle/>
          <a:p>
            <a:fld id="{7225D2A2-9FF5-44C0-8A4F-0C650FEDC595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54120F3-FF84-0663-6325-4017A2BB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5356" y="6054309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2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"/>
    </mc:Choice>
    <mc:Fallback xmlns="">
      <p:transition spd="slow" advTm="205"/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{05C05B53-F64F-4D1C-A24F-4AF7FBFEEE1C}tf10001105</Template>
  <TotalTime>2355</TotalTime>
  <Words>1216</Words>
  <Application>Microsoft Office PowerPoint</Application>
  <PresentationFormat>Widescreen</PresentationFormat>
  <Paragraphs>342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Cambria</vt:lpstr>
      <vt:lpstr>Cambria Math</vt:lpstr>
      <vt:lpstr>Franklin Gothic Book</vt:lpstr>
      <vt:lpstr>Times New Roman</vt:lpstr>
      <vt:lpstr>Wingdings</vt:lpstr>
      <vt:lpstr>Crop</vt:lpstr>
      <vt:lpstr>Interactive 3D Visualization Framework for Machine Learning-Based Network Intrusion Detection Systems</vt:lpstr>
      <vt:lpstr>Outlines</vt:lpstr>
      <vt:lpstr>Introduction</vt:lpstr>
      <vt:lpstr>Related Work</vt:lpstr>
      <vt:lpstr>Research Gaps</vt:lpstr>
      <vt:lpstr>Motivation</vt:lpstr>
      <vt:lpstr>Problem Statement</vt:lpstr>
      <vt:lpstr>Objectives</vt:lpstr>
      <vt:lpstr>Required Tools</vt:lpstr>
      <vt:lpstr>Required Tools</vt:lpstr>
      <vt:lpstr>Studied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</vt:lpstr>
      <vt:lpstr>Proposed Methodology </vt:lpstr>
      <vt:lpstr>Expected Results and Discussion</vt:lpstr>
      <vt:lpstr>Expected Results and Discussion</vt:lpstr>
      <vt:lpstr>Expected Results and Discussion</vt:lpstr>
      <vt:lpstr>Expected Results and Discussion</vt:lpstr>
      <vt:lpstr>Gantt Chart</vt:lpstr>
      <vt:lpstr>Contributions</vt:lpstr>
      <vt:lpstr>Conclusion</vt:lpstr>
      <vt:lpstr>Reference</vt:lpstr>
      <vt:lpstr>Any Queries?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Jamal Hossain</dc:creator>
  <cp:lastModifiedBy>Jamal Hossain</cp:lastModifiedBy>
  <cp:revision>10</cp:revision>
  <dcterms:created xsi:type="dcterms:W3CDTF">2025-05-04T14:30:06Z</dcterms:created>
  <dcterms:modified xsi:type="dcterms:W3CDTF">2026-01-11T03:37:17Z</dcterms:modified>
</cp:coreProperties>
</file>